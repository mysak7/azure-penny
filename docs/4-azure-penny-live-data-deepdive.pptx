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520440"/>
            <a:ext cx="914400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_get_live_data()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11480" y="13533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Live Resource Intelligence Engine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live_resources.py  ·  the most complex function in the codebase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6576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41696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execution phases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30552" y="36576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130552" y="41696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cost-projection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branches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9624" y="36576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849624" y="41696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pandas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aggregations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68696" y="36576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568696" y="41696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async cache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layers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87768" y="36576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287768" y="41696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lines of code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4681728"/>
            <a:ext cx="1737360" cy="2286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live_resources.py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0" y="4681728"/>
            <a:ext cx="2011680" cy="228600"/>
          </a:xfrm>
          <a:prstGeom prst="roundRect">
            <a:avLst>
              <a:gd name="adj" fmla="val 24000"/>
            </a:avLst>
          </a:prstGeom>
          <a:solidFill>
            <a:srgbClr val="005A9E"/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4681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/api/live-resources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34840" y="4681728"/>
            <a:ext cx="1828800" cy="228600"/>
          </a:xfrm>
          <a:prstGeom prst="roundRect">
            <a:avLst>
              <a:gd name="adj" fmla="val 24000"/>
            </a:avLst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4681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/api/live-reload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_get_live_data()  —  Five Execution Phases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FFE8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713232"/>
          </a:xfrm>
          <a:prstGeom prst="rect">
            <a:avLst/>
          </a:prstGeom>
          <a:solidFill>
            <a:srgbClr val="1C212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0584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850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 ·  ARM Inventory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1115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_fetch_resource_inventory()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0" y="87782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Enumerate ALL resources via ResourceManagementClient.resources.list()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0" y="114300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Expand VM instanceView, walk VMSS SKU, inject File Share sub-resources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" y="1517904"/>
            <a:ext cx="0" cy="9144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609344"/>
            <a:ext cx="8595360" cy="713232"/>
          </a:xfrm>
          <a:prstGeom prst="rect">
            <a:avLst/>
          </a:prstGeom>
          <a:solidFill>
            <a:srgbClr val="1C2128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609344"/>
            <a:ext cx="64008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810512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1655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 ·  Resource ID Normalisation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1920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_normalize_rid()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0" y="168249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Strip sub-resource suffixes (/fileServices/default/shares/…) from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194767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blob export ARM IDs so they match ARM inventory IDs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9768" y="2322576"/>
            <a:ext cx="0" cy="9144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414016"/>
            <a:ext cx="8595360" cy="713232"/>
          </a:xfrm>
          <a:prstGeom prst="rect">
            <a:avLst/>
          </a:prstGeom>
          <a:solidFill>
            <a:srgbClr val="1C21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414016"/>
            <a:ext cx="6400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2615184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2459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 ·  Cost Aggregation (4 dicts)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" y="2724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groupby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0" y="24871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Build: cost_by_id · days_by_id · hours_by_id · last_day_cost_by_id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275234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From last-30-days slice of export DataFrame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9768" y="3127248"/>
            <a:ext cx="0" cy="914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218688"/>
            <a:ext cx="8595360" cy="713232"/>
          </a:xfrm>
          <a:prstGeom prst="rect">
            <a:avLst/>
          </a:prstGeom>
          <a:solidFill>
            <a:srgbClr val="1C21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218688"/>
            <a:ext cx="6400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" y="3419856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" y="3264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  ·  Cost Projection (6 branches)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8680" y="3529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per-resource loop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40480" y="32918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Match each ARM resource to its export cost, pick projection formula: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0" y="355701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export_period · export_last_day · export_projected · export_hours · export · files_rate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9768" y="3931920"/>
            <a:ext cx="0" cy="9144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023360"/>
            <a:ext cx="8595360" cy="713232"/>
          </a:xfrm>
          <a:prstGeom prst="rect">
            <a:avLst/>
          </a:prstGeom>
          <a:solidFill>
            <a:srgbClr val="1C212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023360"/>
            <a:ext cx="64008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8912" y="4224528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68680" y="4069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  ·  VM Live Pricing Override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68680" y="43342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run_in_executor per VM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840480" y="409651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For every active VM/VMSS: call _fetch_spot_price or _fetch_ondemand_price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40480" y="43616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Overrides projected cost with live $/hr × 24 × 30 × instances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4846320"/>
            <a:ext cx="8595360" cy="246888"/>
          </a:xfrm>
          <a:prstGeom prst="rect">
            <a:avLst/>
          </a:prstGeom>
          <a:solidFill>
            <a:srgbClr val="1C2128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8737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Post-loop  ·  Storage Account Deduplication  (sa_with_shares → in_shares)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Two-Cache Architecture  —  _live_cache  +  _cache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FFE8"/>
                </a:solidFill>
              </a:rPr>
              <a:t>concurrency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12064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36576" cy="2926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05256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Cache 1: ARM inventory (LIVE_CACHE_TTL = 900 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076249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_live_lock: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asyncio.Lock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asyncio.Lock()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247242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_live_cache: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dict[str, Any]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418234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589227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_get_live_data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list[dict]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760220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with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_live_lock:</a:t>
            </a:r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serialise concurrent requests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1931213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now = 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time.monotonic()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102206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"inv" not in _live_cache or (now - _live_cache.get("ts", 0.0)) &gt; LIVE_CACHE_TTL: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273198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log.info("Live inventory cache miss — fetching from ARM…")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2444191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inv =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asyncio.get_event_loop().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2615184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run_in_executor(</a:t>
            </a:r>
            <a:pPr indent="0" marL="0">
              <a:buNone/>
            </a:pPr>
            <a:r>
              <a:rPr lang="en-US" sz="9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_fetch_resource_inventory)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2786177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_live_cache["inv"] = inv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_live_cache["ts"] = now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2957170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inv: list[dict] = _live_cache["inv"]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3128162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299155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Cache 2: cost export DataFrame (TTL_SECONDS = 3600 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" y="3470148"/>
            <a:ext cx="4901184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get_cached_dataframe()</a:t>
            </a:r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from storage.py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0" y="84124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Layers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1170432"/>
            <a:ext cx="3154680" cy="1234440"/>
          </a:xfrm>
          <a:prstGeom prst="rect">
            <a:avLst/>
          </a:prstGeom>
          <a:solidFill>
            <a:srgbClr val="1C212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1170432"/>
            <a:ext cx="315468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188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_live_cache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80960" y="1188720"/>
            <a:ext cx="1051560" cy="228600"/>
          </a:xfrm>
          <a:prstGeom prst="roundRect">
            <a:avLst>
              <a:gd name="adj" fmla="val 24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11887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 TTL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60720" y="14813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"inv"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1481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list[dict]  — ARM resource inventory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60720" y="18105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"ts"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0" y="18105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float  — time.monotonic() stamp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0" y="2514600"/>
            <a:ext cx="3154680" cy="1234440"/>
          </a:xfrm>
          <a:prstGeom prst="rect">
            <a:avLst/>
          </a:prstGeom>
          <a:solidFill>
            <a:srgbClr val="1C21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2514600"/>
            <a:ext cx="3154680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2532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_cache  (storage.py)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80960" y="2532888"/>
            <a:ext cx="1051560" cy="228600"/>
          </a:xfrm>
          <a:prstGeom prst="roundRect">
            <a:avLst>
              <a:gd name="adj" fmla="val 24000"/>
            </a:avLst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25328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min TTL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760720" y="28254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"df"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83680" y="28254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pd.DataFrame  — cost export data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760720" y="31546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"loaded_at"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83680" y="3154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float  — monotonic stamp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3858768"/>
            <a:ext cx="8503920" cy="128016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3858768"/>
            <a:ext cx="8503920" cy="246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3886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Why two separate caches?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1480" y="4160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inventory is slow (N×1 API calls for VMs) but changes slowly → 15 min TTL adequate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export is heavy (blob download + pandas) but very stable → 60 min TTL acceptable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them separate lets you /api/live-reload without discarding the cost DataFrame, and /api/reload without re-enumerating ARM resources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with _live_lock inside _get_live_data serialises ARM fetches; get_cached_dataframe has its own asyncio.Lock in storage.py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 —  ARM Inventory  (_fetch_resource_inventory)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FFE8"/>
                </a:solidFill>
              </a:rPr>
              <a:t>live_resources.py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16636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36576" cy="3886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05256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_fetch_resource_inventory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</a:t>
            </a:r>
            <a:pPr indent="0" marL="0">
              <a:buNone/>
            </a:pPr>
            <a:r>
              <a:rPr lang="en-US" sz="9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list[dict]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75488" y="1080821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 = 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_get_resource_mgmt_client()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75488" y="1256386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all_res =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(rc.resources.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 # ALL resources in subscription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75488" y="1431950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75488" y="1607515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Separate VMs and VMSS for special handling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75488" y="1783080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vm_resources  = [r for r in all_res if r.type.lower() ==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"microsoft.compute/virtualmachines"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75488" y="1958645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vmss_resources = [r for r in all_res if r.type.lower() ==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"microsoft.compute/virtualmachinescalesets"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75488" y="2134210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75488" y="2309774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VM: expand instanceView to get PowerState + vm_size + is_spot + private_ip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75488" y="2485339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vm_res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vm_resources: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75488" y="2660904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inst = cc.virtual_machines.get(rg, vm_res.name, expand="instanceView")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75488" y="2836469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power = next(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75488" y="3012034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(s.display_status for s in statuses if s.code.startswith("PowerState/")),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75488" y="3187598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"Unknown",)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75488" y="3363163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is_spot = (getattr(inst,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"priority"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None) or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).lower() ==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"spot"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75488" y="3538728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75488" y="3714293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VMSS: sku.name = vm_size,  sku.capacity = instance_count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75488" y="3889858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vmss = cc.virtual_machine_scale_sets.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(rg, vmss_res.name)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75488" y="4065422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vm_size = vmss.sku.name;  instance_count =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(vmss.sku.capacity or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75488" y="4240987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is_spot = (vmss.virtual_machine_profile.priority or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).lower() ==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"spot"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75488" y="4416552"/>
            <a:ext cx="49469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5669280" y="8412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 injected per VM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1170432"/>
            <a:ext cx="3154680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1197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vm_size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32320" y="11978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760720" y="14173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instanceView → hardware_profile.vm_size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669280" y="1691640"/>
            <a:ext cx="3154680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1719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is_spot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32320" y="17190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760720" y="1938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priority attr == "spot"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669280" y="2212848"/>
            <a:ext cx="3154680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22402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instance_count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132320" y="2240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760720" y="24597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VMSS only: sku.capacity (default 1)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669280" y="2734056"/>
            <a:ext cx="3154680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27614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private_ip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132320" y="27614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760720" y="29809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NIC → ipConfigurations[0].privateIPAddress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669280" y="3255264"/>
            <a:ext cx="3154680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0" y="3282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32320" y="32826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760720" y="35021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PowerState/running | stopped | deallocated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669280" y="3776472"/>
            <a:ext cx="3154680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0" y="38039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132320" y="38039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"vm"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760720" y="40233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_resource_category(rtype)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20040" y="4800600"/>
            <a:ext cx="8503920" cy="96012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4800600"/>
            <a:ext cx="850392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Shares Injection (runs after VM loop)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11480" y="510235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StorageManagementClient.file_shares.list(sa_rg, sa_name) per storage account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share: synthesises a resource ID = '{sa_id}/fileServices/default/shares/{name}'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monthly_cost = quota_gib × _fetch_files_premium_price(region), cost_source='files_rate'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_HAS_STORAGE_MGMT flag skips this block if azure-mgmt-storage is not installed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 —  _normalize_rid()  +  _SUBRESOURCE_STRIP_RE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FFE8"/>
                </a:solidFill>
              </a:rPr>
              <a:t>ID normalisation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074920" cy="3337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36576" cy="3337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05256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Problem: export row ARM IDs contain sub-resource paths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475488" y="1077163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ARM inventory returns PARENT resource ID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475488" y="1249070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Without normalisation, they NEVER match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475488" y="1420978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475488" y="1592885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_SUBRESOURCE_STRIP_RE = re.compile(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475488" y="1764792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r"(/providers/[^/]+/[^/]+/[^/]+)"</a:t>
            </a:r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# group 1: captures up to resource name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475488" y="1936699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r"(?:/(?:fileservices|blobservices|queueservices|tableservices"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75488" y="2108606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r"|managementpolicies|encryptionscopes|objectreplicationpolicies"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75488" y="2280514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r"|privateendpointconnections|inventorypolicies"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475488" y="2452421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r"|shares|containers|queues|tables).*)$"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475488" y="2624328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75488" y="2796235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75488" y="2968142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3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_normalize_rid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(rid: </a:t>
            </a:r>
            <a:pPr indent="0" marL="0">
              <a:buNone/>
            </a:pPr>
            <a:r>
              <a:rPr lang="en-US" sz="93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93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475488" y="3140050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"""Strip sub-resource suffix — return parent resource ID."""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75488" y="3311957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 _SUBRESOURCE_STRIP_RE.</a:t>
            </a:r>
            <a:pPr indent="0" marL="0">
              <a:buNone/>
            </a:pPr>
            <a:r>
              <a:rPr lang="en-US" sz="93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(rid)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75488" y="3483864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rid[:m.end(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 if m else rid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475488" y="3655771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475488" y="3827678"/>
            <a:ext cx="485546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Applied in Phase 3 during cost aggregation: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5577840" y="84124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 →  After  (normalisation examples)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77840" y="1170432"/>
            <a:ext cx="324612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1887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 Container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1371600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…/storageAccounts/mysa/blobServices/default/containers/exports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5669280" y="1517904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…/storageAccounts/mysa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5669280" y="1645920"/>
            <a:ext cx="3017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blobServices/default/containers/… stripped → matches SA in ARM inventory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577840" y="1856232"/>
            <a:ext cx="324612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1874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Share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2057400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…/storageAccounts/mysa/fileServices/default/shares/myshare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669280" y="2203704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…/storageAccounts/mysa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5669280" y="2331720"/>
            <a:ext cx="3017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fileServices/default/shares/… stripped → SA parent matched in cost dict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577840" y="2542032"/>
            <a:ext cx="324612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25603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0" y="2743200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…/storageAccounts/mysa/queueServices/default/queues/myq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5669280" y="2889504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…/storageAccounts/mysa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669280" y="3017520"/>
            <a:ext cx="3017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queueServices stripped — same parent match pattern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577840" y="3227832"/>
            <a:ext cx="324612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32461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Sub-Resource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0" y="3429000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…/virtualMachines/my-vm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5669280" y="3575304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…/virtualMachines/my-vm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5669280" y="3703320"/>
            <a:ext cx="3017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No match → rid returned unchanged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20040" y="4251960"/>
            <a:ext cx="5074920" cy="9144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4251960"/>
            <a:ext cx="5074920" cy="2468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" y="427939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Regex Group 1 Anatomy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455371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1:  /providers/[^/]+/[^/]+/[^/]+  → matches  /Microsoft.Storage/storageAccounts/mysa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Non-capturing group: (?:fileservices|blobservices|…)  → all known sub-resource words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.* catches any trailing path (e.g. /default/containers/mycontainer)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rid[:m.end(1)] slices the string at the END of group 1, discarding everything after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BEFORE groupby → cost_by_id keys already normalised when looped over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 —  Four Pandas Aggregation Dicts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FFE8"/>
                </a:solidFill>
              </a:rPr>
              <a:t>cost aggregation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120640" cy="4206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36576" cy="4206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05256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Slice to last 30 days from export DataFrame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475488" y="1097280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cutoff = (date.today() - timedelta(days=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)).strftime("%Y-%m-%d")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475488" y="1289304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mdf = df[df["C_DATE"] &gt;= cutoff].copy()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475488" y="1481328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475488" y="1673352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Normalise IDs before ANY groupby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475488" y="1865376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mdf["C_RESOURCE_ID"] = mdf["C_RESOURCE_ID"].str.lower().apply(_normalize_rid)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475488" y="2057400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75488" y="2249424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 1 — total cost per resource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75488" y="2441448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 = mdf.groupby("C_RESOURCE_ID")["C_COST"].sum()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475488" y="2633472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cost_by_id = {k: round(float(v),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for k, v in agg.items() if v &gt;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475488" y="2825496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75488" y="3017520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 2 — unique days with charges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75488" y="3209544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days_agg = mdf.groupby("C_RESOURCE_ID")["C_DATE"].nunique()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475488" y="3401568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days_by_id = {k: </a:t>
            </a:r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(v) for k, v in days_agg.items()}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75488" y="3593592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window_days = </a:t>
            </a:r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(mdf["C_DATE"].nunique()) or 1</a:t>
            </a:r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global window fallback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75488" y="3785616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475488" y="3977640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 3 — last-day cost (for storage SA with shares)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475488" y="4169664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last_date = mdf[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"C_DATE"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].max()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75488" y="4361688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ld_agg = mdf[mdf[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"C_DATE"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== last_date].groupby(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"C_RESOURCE_ID"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"C_COST"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].sum()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475488" y="4553712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last_day_cost_by_id = {k: round(float(v),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for k, v in ld_agg.items() if v &gt;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475488" y="4745736"/>
            <a:ext cx="4901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623560" y="8412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Each Dict Is Used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23560" y="1170432"/>
            <a:ext cx="320040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23560" y="1170432"/>
            <a:ext cx="45720" cy="594360"/>
          </a:xfrm>
          <a:prstGeom prst="rect">
            <a:avLst/>
          </a:prstGeom>
          <a:solidFill>
            <a:srgbClr val="A5D6F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1197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cost_by_id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15000" y="140817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dict[str,float]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15000" y="15727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export_cost lookup per resource. None if not in dict → resource has no export rows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623560" y="1856232"/>
            <a:ext cx="320040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23560" y="1856232"/>
            <a:ext cx="45720" cy="594360"/>
          </a:xfrm>
          <a:prstGeom prst="rect">
            <a:avLst/>
          </a:prstGeom>
          <a:solidFill>
            <a:srgbClr val="F2CC60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1883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days_by_id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15000" y="209397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dict[str,int]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00" y="22585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export_days = how many days this resource appeared. Drives projection formula (&lt; 28 = partial month)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623560" y="2542032"/>
            <a:ext cx="320040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23560" y="2542032"/>
            <a:ext cx="45720" cy="59436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last_day_cost_by_id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715000" y="277977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dict[str,float]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715000" y="29443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SA+shares: compare last_day×30 vs window/days×30 → pick whichever is higher (handles month-start spike)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623560" y="3227832"/>
            <a:ext cx="320040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23560" y="3227832"/>
            <a:ext cx="45720" cy="59436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3255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hours_by_id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715000" y="346557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dict[str,float]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15000" y="36301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VM C_QUANTITY = compute hours. Enables export_hours formula: hourly_rate × 24 × 30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623560" y="3913632"/>
            <a:ext cx="320040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23560" y="3913632"/>
            <a:ext cx="45720" cy="59436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3941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window_days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715000" y="415137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715000" y="43159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Global fallback for days_by_id.get(rid, window_days) — used when resource has export cost but no days entry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sa_with_live_shares  —  The Pre-Pass Guard Set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FFE8"/>
                </a:solidFill>
              </a:rPr>
              <a:t>cost projection setup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212080" cy="457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36576" cy="4572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05256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Built BEFORE the per-resource enrichment loop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475488" y="1086307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Question: does this SA already have file shares in the inventory?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475488" y="1267358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475488" y="1448410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sa_with_live_shares: </a:t>
            </a:r>
            <a:pPr indent="0" marL="0">
              <a:buNone/>
            </a:pPr>
            <a:r>
              <a:rPr lang="en-US" sz="93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set[str]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475488" y="1629461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(r.get(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"parent_storage_account"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or 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).lower()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475488" y="1810512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 </a:t>
            </a:r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475488" y="1991563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(r.get(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or 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).lower() ==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75488" y="2172614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"microsoft.storage/storageaccounts/fileservices/shares"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75488" y="2353666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475488" y="2534717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475488" y="2715768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Used per SA resource in the loop: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75488" y="2896819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is_storage_account = (r.get(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or 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).lower() == 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"microsoft.storage/storageaccounts"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75488" y="3077870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has_live_shares = is_storage_account and (r.get(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or 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).lower() in sa_with_live_shares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475488" y="3258922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75488" y="3439973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Effect on cost projection (partial month, export_days &lt; 28):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75488" y="3621024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is_storage_account and </a:t>
            </a:r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has_live_shares: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475488" y="3802075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monthly_projected = export_cost;  cost_source = "export_period"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475488" y="3983126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is_storage_account and has_live_shares: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75488" y="4164178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window_projected = round(export_cost / export_days *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475488" y="4345229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last_day_projected = round(last_day_cost *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3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475488" y="4526280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Pick whichever is HIGHER — storage grows over time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475488" y="4707331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last_day_projected &gt; window_projected: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475488" y="4888382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monthly_projected = last_day_projected;  cost_source = "export_last_day"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475488" y="5069434"/>
            <a:ext cx="499262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0" y="841248"/>
            <a:ext cx="3108960" cy="457200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841248"/>
            <a:ext cx="3108960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9864" y="868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Why Two Different Projection Formulas for Storage Accounts?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60720" y="1143000"/>
            <a:ext cx="29260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without shares: export_cost is likely already month-to-date — use as-is (export_period)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with shares: the exported cost grows throughout the month as more data is stored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max of window-average vs last-day protects against under-estimating rapidly growing buckets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last_day × 30 is a more aggressive forward estimate; window / days × 30 is a smoothed average — both are computed and the higher wins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  —  Cost Projection  —  Complete Decision Tree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FFE8"/>
                </a:solidFill>
              </a:rPr>
              <a:t>6 branches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108960" y="804672"/>
            <a:ext cx="2926080" cy="384048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8595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export_cost is not None?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926080" cy="384048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63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monthly_cost from inventory?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020824"/>
            <a:ext cx="2926080" cy="329184"/>
          </a:xfrm>
          <a:prstGeom prst="rect">
            <a:avLst/>
          </a:prstGeom>
          <a:solidFill>
            <a:srgbClr val="1C2128"/>
          </a:solidFill>
          <a:ln w="19050">
            <a:solidFill>
              <a:srgbClr val="FFA6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20824"/>
            <a:ext cx="54864" cy="329184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066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"files_rate" (from file share)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441448"/>
            <a:ext cx="2926080" cy="329184"/>
          </a:xfrm>
          <a:prstGeom prst="rect">
            <a:avLst/>
          </a:prstGeom>
          <a:solidFill>
            <a:srgbClr val="1C2128"/>
          </a:solidFill>
          <a:ln w="19050">
            <a:solidFill>
              <a:srgbClr val="505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41448"/>
            <a:ext cx="54864" cy="329184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4871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cost_source = None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37360" y="1188720"/>
            <a:ext cx="1371600" cy="32004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122072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No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737360" y="1892808"/>
            <a:ext cx="9144" cy="128016"/>
          </a:xfrm>
          <a:prstGeom prst="line">
            <a:avLst/>
          </a:prstGeom>
          <a:noFill/>
          <a:ln w="12700">
            <a:solidFill>
              <a:srgbClr val="FFA6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182880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A657"/>
                </a:solidFill>
              </a:rPr>
              <a:t>yes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737360" y="1892808"/>
            <a:ext cx="45720" cy="548640"/>
          </a:xfrm>
          <a:prstGeom prst="line">
            <a:avLst/>
          </a:prstGeom>
          <a:noFill/>
          <a:ln w="12700">
            <a:solidFill>
              <a:srgbClr val="6E76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85900" y="203911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no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108960" y="1508760"/>
            <a:ext cx="2926080" cy="384048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563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export_days &lt; 28?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188720"/>
            <a:ext cx="9144" cy="32004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122072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/>
                </a:solidFill>
              </a:rPr>
              <a:t>Yes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126480" y="1508760"/>
            <a:ext cx="2926080" cy="329184"/>
          </a:xfrm>
          <a:prstGeom prst="rect">
            <a:avLst/>
          </a:prstGeom>
          <a:solidFill>
            <a:srgbClr val="1C2128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508760"/>
            <a:ext cx="54864" cy="329184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1554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"export"  —  use as-is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35040" y="1673352"/>
            <a:ext cx="91440" cy="27432"/>
          </a:xfrm>
          <a:prstGeom prst="line">
            <a:avLst/>
          </a:prstGeom>
          <a:noFill/>
          <a:ln w="12700">
            <a:solidFill>
              <a:srgbClr val="7EE7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155905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EE787"/>
                </a:solidFill>
              </a:rPr>
              <a:t>≥28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74320" y="2542032"/>
            <a:ext cx="2926080" cy="384048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9050">
            <a:solidFill>
              <a:srgbClr val="A5D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596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is_storage_account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NOT has_live_shares?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08960" y="2542032"/>
            <a:ext cx="2926080" cy="384048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2596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is_storage_account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has_live_shares?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2542032"/>
            <a:ext cx="2926080" cy="384048"/>
          </a:xfrm>
          <a:prstGeom prst="roundRect">
            <a:avLst>
              <a:gd name="adj" fmla="val 16667"/>
            </a:avLst>
          </a:prstGeom>
          <a:solidFill>
            <a:srgbClr val="1C212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2596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is_vm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export_hours &gt; 0?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37360" y="1892808"/>
            <a:ext cx="2834640" cy="649224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80360" y="208940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/>
                </a:solidFill>
              </a:rPr>
              <a:t>&lt;28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0" y="1892808"/>
            <a:ext cx="9144" cy="649224"/>
          </a:xfrm>
          <a:prstGeom prst="line">
            <a:avLst/>
          </a:prstGeom>
          <a:noFill/>
          <a:ln w="12700">
            <a:solidFill>
              <a:srgbClr val="6E76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892808"/>
            <a:ext cx="2834640" cy="649224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200400"/>
            <a:ext cx="2926080" cy="329184"/>
          </a:xfrm>
          <a:prstGeom prst="rect">
            <a:avLst/>
          </a:prstGeom>
          <a:solidFill>
            <a:srgbClr val="1C2128"/>
          </a:solidFill>
          <a:ln w="19050">
            <a:solidFill>
              <a:srgbClr val="A5D6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200400"/>
            <a:ext cx="54864" cy="329184"/>
          </a:xfrm>
          <a:prstGeom prst="rect">
            <a:avLst/>
          </a:prstGeom>
          <a:solidFill>
            <a:srgbClr val="A5D6F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" y="3246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"export_period" = export_cost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108960" y="3200400"/>
            <a:ext cx="2926080" cy="329184"/>
          </a:xfrm>
          <a:prstGeom prst="rect">
            <a:avLst/>
          </a:prstGeom>
          <a:solidFill>
            <a:srgbClr val="1C2128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08960" y="3200400"/>
            <a:ext cx="54864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36976" y="3246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"export_last_day" or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"export_projected"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943600" y="3200400"/>
            <a:ext cx="2926080" cy="329184"/>
          </a:xfrm>
          <a:prstGeom prst="rect">
            <a:avLst/>
          </a:prstGeom>
          <a:solidFill>
            <a:srgbClr val="1C212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200400"/>
            <a:ext cx="54864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71616" y="3246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"export_hours"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hourly×24×30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737360" y="2926080"/>
            <a:ext cx="9144" cy="274320"/>
          </a:xfrm>
          <a:prstGeom prst="line">
            <a:avLst/>
          </a:prstGeom>
          <a:noFill/>
          <a:ln w="12700">
            <a:solidFill>
              <a:srgbClr val="A5D6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2926080"/>
            <a:ext cx="9144" cy="274320"/>
          </a:xfrm>
          <a:prstGeom prst="line">
            <a:avLst/>
          </a:prstGeom>
          <a:noFill/>
          <a:ln w="12700">
            <a:solidFill>
              <a:srgbClr val="6E76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06640" y="2926080"/>
            <a:ext cx="9144" cy="27432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89320" y="3657600"/>
            <a:ext cx="2926080" cy="329184"/>
          </a:xfrm>
          <a:prstGeom prst="rect">
            <a:avLst/>
          </a:prstGeom>
          <a:solidFill>
            <a:srgbClr val="1C2128"/>
          </a:solidFill>
          <a:ln w="19050">
            <a:solidFill>
              <a:srgbClr val="F2CC6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3657600"/>
            <a:ext cx="54864" cy="329184"/>
          </a:xfrm>
          <a:prstGeom prst="rect">
            <a:avLst/>
          </a:prstGeom>
          <a:solidFill>
            <a:srgbClr val="F2CC60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17336" y="3703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"export_projected"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cost/days×30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989320" y="34747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E7681"/>
                </a:solidFill>
              </a:rPr>
              <a:t>else (other resources)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74320" y="4736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cost_source values →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737360" y="4736592"/>
            <a:ext cx="1152144" cy="228600"/>
          </a:xfrm>
          <a:prstGeom prst="roundRect">
            <a:avLst>
              <a:gd name="adj" fmla="val 24000"/>
            </a:avLst>
          </a:prstGeom>
          <a:solidFill>
            <a:srgbClr val="A5D6FF"/>
          </a:solidFill>
          <a:ln w="12700">
            <a:solidFill>
              <a:srgbClr val="A5D6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37360" y="473659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export_period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980944" y="4736592"/>
            <a:ext cx="1152144" cy="228600"/>
          </a:xfrm>
          <a:prstGeom prst="roundRect">
            <a:avLst>
              <a:gd name="adj" fmla="val 24000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80944" y="473659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export_last_day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224528" y="4736592"/>
            <a:ext cx="1152144" cy="228600"/>
          </a:xfrm>
          <a:prstGeom prst="roundRect">
            <a:avLst>
              <a:gd name="adj" fmla="val 24000"/>
            </a:avLst>
          </a:prstGeom>
          <a:solidFill>
            <a:srgbClr val="F2CC60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24528" y="473659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export_projected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468112" y="4736592"/>
            <a:ext cx="1152144" cy="228600"/>
          </a:xfrm>
          <a:prstGeom prst="roundRect">
            <a:avLst>
              <a:gd name="adj" fmla="val 24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68112" y="473659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export_hours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711696" y="4736592"/>
            <a:ext cx="1152144" cy="228600"/>
          </a:xfrm>
          <a:prstGeom prst="roundRect">
            <a:avLst>
              <a:gd name="adj" fmla="val 24000"/>
            </a:avLst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11696" y="473659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955280" y="4736592"/>
            <a:ext cx="1152144" cy="228600"/>
          </a:xfrm>
          <a:prstGeom prst="roundRect">
            <a:avLst>
              <a:gd name="adj" fmla="val 24000"/>
            </a:avLst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55280" y="473659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files_rate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  —  VM Live Pricing Override  (per-VM async calls)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FFE8"/>
                </a:solidFill>
              </a:rPr>
              <a:t>pricing override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257800" cy="4434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36576" cy="4434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05256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Runs AFTER projection — overrides monthly_cost for active VMs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75488" y="1104595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vm_is_active = (r.get(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or 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).lower() not in (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"deallocated", "stopped", …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75488" y="1303934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75488" y="1503274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r.get(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"vm_size"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and r.get(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"location"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and vm_is_active: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75488" y="1702613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vm_size_norm = r[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"vm_size"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75488" y="1901952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region_norm  = r[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"location"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].lower()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75488" y="2101291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instances =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(r.get(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"instance_count"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or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75488" y="2300630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75488" y="2499970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r.get(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"is_spot"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Spot VM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75488" y="2699309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spot_price =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run_in_executor(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_fetch_spot_price, vm_size_norm, region_norm)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75488" y="2898648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spot_price is not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75488" y="3097987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entry[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"monthly_cost"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round(spot_price *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instances,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75488" y="3297326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entry[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"spot_price_per_hour"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round(spot_price,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75488" y="3496666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entry["cost_source"] = "spot_rate"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75488" y="3696005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spot lookup failed → 40% of on-demand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75488" y="3895344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ondemand =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run_in_executor(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_fetch_ondemand_price, …)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75488" y="4094683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spot_est = round(ondemand *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75488" y="4294022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entry[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"monthly_cost"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round(spot_est *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instances,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75488" y="4493362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pPr indent="0" marL="0">
              <a:buNone/>
            </a:pPr>
            <a:r>
              <a:rPr lang="en-US" sz="92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On-demand VM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75488" y="4692701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ondemand = </a:t>
            </a:r>
            <a:pPr indent="0" marL="0">
              <a:buNone/>
            </a:pPr>
            <a:r>
              <a:rPr lang="en-US" sz="9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run_in_executor(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_fetch_ondemand_price, vm_size_norm, region_norm)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75488" y="4892040"/>
            <a:ext cx="5038344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entry[</a:t>
            </a:r>
            <a:pPr indent="0" marL="0">
              <a:buNone/>
            </a:pPr>
            <a:r>
              <a:rPr lang="en-US" sz="9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"monthly_cost"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round(ondemand *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instances, </a:t>
            </a:r>
            <a:pPr indent="0" marL="0">
              <a:buNone/>
            </a:pPr>
            <a:r>
              <a:rPr lang="en-US" sz="92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715000" y="841248"/>
            <a:ext cx="3108960" cy="443484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0" y="841248"/>
            <a:ext cx="3108960" cy="246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15584" y="868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Why Override the Export-Based Projection?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06440" y="1143000"/>
            <a:ext cx="292608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data lags 24–48 hrs — a VM resized yesterday still shows the old SKU cost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pricing (spot/on-demand) reflects the CURRENT SKU and region, making estimates more accurate for the dashboard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run_in_executor(None, fn) — _fetch_spot_price is synchronous (urllib.request); running it directly would block the event loop for every VM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VMSS: instances = max(sku.capacity, 1) multiplied into the formula — 5×Standard_D4s_v3 → 5× the hourly rate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spot_price_per_hour is added as a new key only for spot VMs — visible in the Live view UI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entry['monthly_cost'] in-place after the entry dict is already constructed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Post-Loop  —  Storage Account Deduplication  (in_shares)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FFE8"/>
                </a:solidFill>
              </a:rPr>
              <a:t>double-count prevention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25780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36576" cy="3154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05256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Problem: SA has export cost AND its shares have 'files_rate' cost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092708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Showing both = double-counting the same underlying storage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280160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467612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collect parent SA names that have at least one enriched share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655064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sa_with_shares: </a:t>
            </a:r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set[str]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842516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e[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"parent_storage_account"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].lower()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029968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enriched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217420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e.get(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"cost_source"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"files_rate"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404872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e.get(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"parent_storage_account"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2592324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2779776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2967228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null out the SA's monthly_cost if any share is priced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3154680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enriched: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3342132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(e.get(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or 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).lower() == 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"microsoft.storage/storageaccounts"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529584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(e.get(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or </a:t>
            </a:r>
            <a:pPr indent="0" marL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).lower() </a:t>
            </a:r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sa_with_shares: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" y="3717036"/>
            <a:ext cx="50383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e["monthly_cost"] = None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0" y="8412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 vs  After  the Post-Pass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117043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B72"/>
                </a:solidFill>
              </a:rPr>
              <a:t>Without dedup: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0" y="1444752"/>
            <a:ext cx="3154680" cy="310896"/>
          </a:xfrm>
          <a:prstGeom prst="rect">
            <a:avLst/>
          </a:prstGeom>
          <a:solidFill>
            <a:srgbClr val="1C2128"/>
          </a:solidFill>
          <a:ln w="10160">
            <a:solidFill>
              <a:srgbClr val="FF7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481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mysa  (storage account)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60920" y="1481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$12.40 / mo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60720" y="165506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export_projected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669280" y="1810512"/>
            <a:ext cx="3154680" cy="310896"/>
          </a:xfrm>
          <a:prstGeom prst="rect">
            <a:avLst/>
          </a:prstGeom>
          <a:solidFill>
            <a:srgbClr val="1C2128"/>
          </a:solidFill>
          <a:ln w="10160">
            <a:solidFill>
              <a:srgbClr val="FFA6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1847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mysa / share1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360920" y="18470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$8.20 / mo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760720" y="202082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files_rate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669280" y="2176272"/>
            <a:ext cx="3154680" cy="310896"/>
          </a:xfrm>
          <a:prstGeom prst="rect">
            <a:avLst/>
          </a:prstGeom>
          <a:solidFill>
            <a:srgbClr val="1C2128"/>
          </a:solidFill>
          <a:ln w="10160">
            <a:solidFill>
              <a:srgbClr val="FFA6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2212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mysa / share2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60920" y="22128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$4.20 / mo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760720" y="238658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files_rate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669280" y="2542032"/>
            <a:ext cx="3154680" cy="310896"/>
          </a:xfrm>
          <a:prstGeom prst="rect">
            <a:avLst/>
          </a:prstGeom>
          <a:solidFill>
            <a:srgbClr val="1C2128"/>
          </a:solidFill>
          <a:ln w="10160">
            <a:solidFill>
              <a:srgbClr val="FF7B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2578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visible: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60920" y="2578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$24.80 ❌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760720" y="275234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DOUBLE COUNT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669280" y="30175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After dedup: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0" y="3291840"/>
            <a:ext cx="3154680" cy="310896"/>
          </a:xfrm>
          <a:prstGeom prst="rect">
            <a:avLst/>
          </a:prstGeom>
          <a:solidFill>
            <a:srgbClr val="1C2128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3328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mysa  (storage account)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60920" y="3328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760720" y="350215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in_shares  ← suppressed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669280" y="3657600"/>
            <a:ext cx="3154680" cy="310896"/>
          </a:xfrm>
          <a:prstGeom prst="rect">
            <a:avLst/>
          </a:prstGeom>
          <a:solidFill>
            <a:srgbClr val="1C2128"/>
          </a:solidFill>
          <a:ln w="10160">
            <a:solidFill>
              <a:srgbClr val="FFA6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36941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mysa / share1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360920" y="36941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$8.20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760720" y="386791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files_rate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669280" y="4023360"/>
            <a:ext cx="3154680" cy="310896"/>
          </a:xfrm>
          <a:prstGeom prst="rect">
            <a:avLst/>
          </a:prstGeom>
          <a:solidFill>
            <a:srgbClr val="1C2128"/>
          </a:solidFill>
          <a:ln w="10160">
            <a:solidFill>
              <a:srgbClr val="FFA6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0" y="4059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mysa / share2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360920" y="40599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$4.20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760720" y="423367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files_rate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669280" y="4389120"/>
            <a:ext cx="3154680" cy="310896"/>
          </a:xfrm>
          <a:prstGeom prst="rect">
            <a:avLst/>
          </a:prstGeom>
          <a:solidFill>
            <a:srgbClr val="1C2128"/>
          </a:solidFill>
          <a:ln w="10160">
            <a:solidFill>
              <a:srgbClr val="7EE78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0" y="4425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visible: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360920" y="44256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$12.40 ✅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760720" y="459943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</a:rPr>
              <a:t>correct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20040" y="4069080"/>
            <a:ext cx="5257800" cy="1097280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" y="4069080"/>
            <a:ext cx="5257800" cy="2468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" y="409651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Why Post-Loop, Not During Loop?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370832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loop, we don't yet know which SAs will end up with files_rate shares — shares may appear later in inv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Post-loop two-pass guarantees all share entries are finalised before we suppress the parent SA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sa_with_live_shares (pre-pass) is different from sa_with_shares (post-loop) — first guards projection formula, second guards display cost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entries with in_shares still appear in the Live view — they just show cost=null with a UI tooltip explaining cost is in child shares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Enriched Dict  —  Complete Output Schema per Resource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FFE8"/>
                </a:solidFill>
              </a:rPr>
              <a:t>output schema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4572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850392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5039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795528" y="850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40280" y="8503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37560" y="8595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Full ARM resource ID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74320" y="1106424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106424"/>
            <a:ext cx="4572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133856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1338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795528" y="11338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40280" y="11338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37560" y="11430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Resource name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" y="1389888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389888"/>
            <a:ext cx="4572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1417320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14173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95528" y="1417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40280" y="1417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37560" y="14264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Microsoft.Compute/virtualMachines etc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74320" y="1673352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673352"/>
            <a:ext cx="4572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1700784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170078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795528" y="17007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40280" y="17007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37560" y="17099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vm / storage / network / database / container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74320" y="1956816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1956816"/>
            <a:ext cx="4572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1984248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198424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795528" y="1984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resource_group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40280" y="1984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37560" y="199339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Resource group name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74320" y="2240280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2240280"/>
            <a:ext cx="4572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" y="2267712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226771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795528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40280" y="22677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337560" y="22768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Azure region (eastus, westeurope …)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74320" y="2523744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2523744"/>
            <a:ext cx="4572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" y="2551176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255117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795528" y="2551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240280" y="25511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337560" y="25603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VM: PowerState/running|deallocated. Others: Active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74320" y="2807208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2807208"/>
            <a:ext cx="4572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84048" y="2834640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283464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795528" y="2834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vm_size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240280" y="2834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337560" y="28437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e.g. Standard_D4s_v3 (empty for non-VMs)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74320" y="3090672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" y="3090672"/>
            <a:ext cx="4572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4048" y="3118104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" y="31181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95528" y="31181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is_spot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240280" y="31181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337560" y="3127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True if VM priority == 'Spot'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74320" y="3374136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4320" y="3374136"/>
            <a:ext cx="4572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84048" y="3401568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4048" y="340156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795528" y="3401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instance_count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240280" y="34015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3337560" y="341071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VMSS: sku.capacity. Others: 1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617720" y="822960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617720" y="822960"/>
            <a:ext cx="45720" cy="246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27448" y="850392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27448" y="85039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5138928" y="850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private_ip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583680" y="8503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680960" y="85953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First NIC private IP (VMs only)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617720" y="1106424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617720" y="1106424"/>
            <a:ext cx="45720" cy="246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27448" y="1133856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27448" y="11338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P3-5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5138928" y="11338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monthly_cost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583680" y="11338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float|None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7680960" y="11430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Projected $/month (null if in_shares)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617720" y="1389888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617720" y="1389888"/>
            <a:ext cx="45720" cy="246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727448" y="1417320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27448" y="14173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P3-5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5138928" y="1417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cost_source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583680" y="1417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str|None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7680960" y="14264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One of 7 values — explains projection method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4617720" y="1673352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617720" y="1673352"/>
            <a:ext cx="45720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27448" y="1700784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727448" y="170078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5138928" y="17007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export_cost_raw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6583680" y="17007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float|None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7680960" y="17099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Raw 30-day sum from export (pre-projection)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4617720" y="1956816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617720" y="1956816"/>
            <a:ext cx="45720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27448" y="1984248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727448" y="198424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5138928" y="1984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export_days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6583680" y="1984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int|None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7680960" y="199339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Unique days in cost export for this resource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4617720" y="2240280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617720" y="2240280"/>
            <a:ext cx="45720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727448" y="2267712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727448" y="226771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5138928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export_hours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583680" y="22677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float|None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7680960" y="22768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Total C_QUANTITY (compute hours) for VMs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4617720" y="2523744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17720" y="2523744"/>
            <a:ext cx="45720" cy="246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727448" y="2551176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727448" y="255117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5138928" y="2551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spot_price_per_hour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6583680" y="25511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750" dirty="0"/>
          </a:p>
        </p:txBody>
      </p:sp>
      <p:sp>
        <p:nvSpPr>
          <p:cNvPr id="123" name="Text 121"/>
          <p:cNvSpPr/>
          <p:nvPr/>
        </p:nvSpPr>
        <p:spPr>
          <a:xfrm>
            <a:off x="7680960" y="25603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Only set for spot VMs with live pricing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4617720" y="2807208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617720" y="2807208"/>
            <a:ext cx="45720" cy="246888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727448" y="2834640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727448" y="283464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5138928" y="2834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provisioned_size_gib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6583680" y="2834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int|None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7680960" y="28437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File share quota (shares only)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4617720" y="3090672"/>
            <a:ext cx="4251960" cy="246888"/>
          </a:xfrm>
          <a:prstGeom prst="rect">
            <a:avLst/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17720" y="3090672"/>
            <a:ext cx="45720" cy="246888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27448" y="3118104"/>
            <a:ext cx="347472" cy="164592"/>
          </a:xfrm>
          <a:prstGeom prst="roundRect">
            <a:avLst>
              <a:gd name="adj" fmla="val 22222"/>
            </a:avLst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727448" y="31181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</a:t>
            </a:r>
            <a:endParaRPr lang="en-US" sz="650" dirty="0"/>
          </a:p>
        </p:txBody>
      </p:sp>
      <p:sp>
        <p:nvSpPr>
          <p:cNvPr id="135" name="Text 133"/>
          <p:cNvSpPr/>
          <p:nvPr/>
        </p:nvSpPr>
        <p:spPr>
          <a:xfrm>
            <a:off x="5138928" y="31181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parent_storage_account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583680" y="31181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str|None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7680960" y="31272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SA name (shares only)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Concurrency Model  —  asyncio + ThreadPool + Two Locks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FFE8"/>
                </a:solidFill>
              </a:rPr>
              <a:t>async internals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166360" cy="3154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36576" cy="3154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05256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Concurrency blueprint of _get_live_data()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475488" y="1092708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475488" y="1280160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_live_lock:</a:t>
            </a:r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# Lock A: prevents double ARM inventory fetch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475488" y="1467612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cache_miss: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475488" y="1655064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inv = </a:t>
            </a:r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93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loop.run_in_executor(None, _fetch_resource_inventory)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475488" y="1842516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                         ^^^^ thread pool — ARM SDK is SYNCHRONOUS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475488" y="2029968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75488" y="2217420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</a:t>
            </a:r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93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get_cached_dataframe()</a:t>
            </a:r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Lock B (inside storage.py)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75488" y="2404872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475488" y="2592324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pandas aggregation runs synchronously on event loop thread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475488" y="2779776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(acceptable — in-memory, no I/O)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75488" y="2967228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mdf.groupby(…).sum()  # synchronous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75488" y="3154680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475488" y="3342132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 </a:t>
            </a:r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inv:</a:t>
            </a:r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per-resource loop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75488" y="3529584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vm_is_active and r[</a:t>
            </a:r>
            <a:pPr indent="0" marL="0">
              <a:buNone/>
            </a:pPr>
            <a:r>
              <a:rPr lang="en-US" sz="93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"vm_size"</a:t>
            </a:r>
            <a:pPr indent="0" marL="0">
              <a:buNone/>
            </a:pPr>
            <a:r>
              <a:rPr lang="en-US" sz="9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75488" y="3717036"/>
            <a:ext cx="494690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AWAITED per-VM — but _fetch_spot_price is also synchronous!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669280" y="8412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Timeline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1170432"/>
            <a:ext cx="1463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12252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_live_lock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05472" y="1243584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serialize inventory fetches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669280" y="1682496"/>
            <a:ext cx="256032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17373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run_in_executor ARM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02752" y="17556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thread pool — ARM SDK sync call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69280" y="2194560"/>
            <a:ext cx="10972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249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_cache lock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39712" y="226771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from storage.py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0" y="2706624"/>
            <a:ext cx="18288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27614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run_in_executor blob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71232" y="277977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thread pool — blob download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669280" y="3218688"/>
            <a:ext cx="1280160" cy="347472"/>
          </a:xfrm>
          <a:prstGeom prst="rect">
            <a:avLst/>
          </a:prstGeom>
          <a:solidFill>
            <a:srgbClr val="F2CC60"/>
          </a:solidFill>
          <a:ln w="12700">
            <a:solidFill>
              <a:srgbClr val="F2CC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3273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groupby ×4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22592" y="329184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event loop — in-memory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669280" y="3730752"/>
            <a:ext cx="21945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37856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per-VM pricing loop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36992" y="380390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N × run_in_executor (serial)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669280" y="4242816"/>
            <a:ext cx="82296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42976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post-pass dedup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65392" y="431596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synchronous — in-memory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" y="4069080"/>
            <a:ext cx="8503920" cy="107899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4069080"/>
            <a:ext cx="8503920" cy="2468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" y="40965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run_in_executor Pattern — The Key Rule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1480" y="4370832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azure-storage-blob and azure-mgmt-* SDKs are SYNCHRONOUS (blocking urllib/requests calls)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them directly in a coroutine would stall the entire event loop, blocking all other FastAPI requests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run_in_executor(None, fn) hands the blocking call to the default ThreadPoolExecutor → event loop stays responsive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per-VM pricing loop serially awaits each executor task — true parallel per-VM would require asyncio.gather(), which is not used here (intentional — avoids thundering-herd on pricing API)</a:t>
            </a:r>
            <a:endParaRPr lang="en-US" sz="880" dirty="0"/>
          </a:p>
          <a:p>
            <a:pPr marL="342900" indent="-342900">
              <a:lnSpc>
                <a:spcPct val="130000"/>
              </a:lnSpc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asyncio.Lock inside both _live_lock and storage._lock prevents multiple concurrent requests from each starting a separate blob download or ARM inventory fetch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Data Flow  —  GET /api/live-resources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C8FFE8"/>
                </a:solidFill>
              </a:rPr>
              <a:t>full request lifecycle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49E"/>
                </a:solidFill>
              </a:rPr>
              <a:t>Single request from browser to enriched JSON response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42416"/>
            <a:ext cx="8595360" cy="365760"/>
          </a:xfrm>
          <a:prstGeom prst="rect">
            <a:avLst/>
          </a:prstGeom>
          <a:solidFill>
            <a:srgbClr val="1C212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42416"/>
            <a:ext cx="6400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3385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 GET /api/live-resources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17904"/>
            <a:ext cx="8595360" cy="365760"/>
          </a:xfrm>
          <a:prstGeom prst="rect">
            <a:avLst/>
          </a:prstGeom>
          <a:solidFill>
            <a:srgbClr val="1C2128"/>
          </a:solidFill>
          <a:ln w="19050">
            <a:solidFill>
              <a:srgbClr val="D2A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17904"/>
            <a:ext cx="64008" cy="36576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0934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api_live_resources()  →  await _get_live_data()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408176"/>
            <a:ext cx="0" cy="10972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883664"/>
            <a:ext cx="0" cy="128016"/>
          </a:xfrm>
          <a:prstGeom prst="line">
            <a:avLst/>
          </a:prstGeom>
          <a:noFill/>
          <a:ln w="12700">
            <a:solidFill>
              <a:srgbClr val="D2A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103120"/>
            <a:ext cx="1645920" cy="658368"/>
          </a:xfrm>
          <a:prstGeom prst="rect">
            <a:avLst/>
          </a:prstGeom>
          <a:solidFill>
            <a:srgbClr val="1C212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14884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148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_live_cache hit?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395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ARM inv or fetch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920240" y="2432304"/>
            <a:ext cx="64008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84248" y="2103120"/>
            <a:ext cx="1645920" cy="658368"/>
          </a:xfrm>
          <a:prstGeom prst="rect">
            <a:avLst/>
          </a:prstGeom>
          <a:solidFill>
            <a:srgbClr val="1C2128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93976" y="214884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93976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41448" y="2148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_normalize_rid()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41448" y="2395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ID normalisation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30168" y="2432304"/>
            <a:ext cx="64008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2103120"/>
            <a:ext cx="1645920" cy="658368"/>
          </a:xfrm>
          <a:prstGeom prst="rect">
            <a:avLst/>
          </a:prstGeom>
          <a:solidFill>
            <a:srgbClr val="1C21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03904" y="214884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03904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51376" y="2148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groupby dicts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51376" y="2395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pandas 30-day agg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340096" y="2432304"/>
            <a:ext cx="6400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04104" y="2103120"/>
            <a:ext cx="1645920" cy="658368"/>
          </a:xfrm>
          <a:prstGeom prst="rect">
            <a:avLst/>
          </a:prstGeom>
          <a:solidFill>
            <a:srgbClr val="1C21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13832" y="214884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61304" y="2148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6-branch projection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61304" y="2395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monthly_cost set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050024" y="2432304"/>
            <a:ext cx="64008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14032" y="2103120"/>
            <a:ext cx="1645920" cy="658368"/>
          </a:xfrm>
          <a:prstGeom prst="rect">
            <a:avLst/>
          </a:prstGeom>
          <a:solidFill>
            <a:srgbClr val="1C212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3760" y="214884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71232" y="2148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 pricing override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571232" y="2395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live $/hr × 24×30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434840" y="2761488"/>
            <a:ext cx="0" cy="118872"/>
          </a:xfrm>
          <a:prstGeom prst="line">
            <a:avLst/>
          </a:prstGeom>
          <a:noFill/>
          <a:ln w="12700">
            <a:solidFill>
              <a:srgbClr val="6366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880360"/>
            <a:ext cx="8595360" cy="384048"/>
          </a:xfrm>
          <a:prstGeom prst="rect">
            <a:avLst/>
          </a:prstGeom>
          <a:solidFill>
            <a:srgbClr val="1C2128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2880360"/>
            <a:ext cx="64008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295351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Post-loop  —  sa_with_shares  →  monthly_cost=None, cost_source='in_shares'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434840" y="3264408"/>
            <a:ext cx="0" cy="10972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3374136"/>
            <a:ext cx="8595360" cy="17739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74320" y="3374136"/>
            <a:ext cx="36576" cy="17739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" y="3474720"/>
            <a:ext cx="83759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9768" y="3689604"/>
            <a:ext cx="83759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"resources": [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29768" y="3904488"/>
            <a:ext cx="83759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"name": "my-vm", "monthly_cost": 145.44, "cost_source": "spot_rate", "vm_size": "Standard_D4s_v3", … }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" y="4119372"/>
            <a:ext cx="83759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"name": "mysa",  "monthly_cost": null,   "cost_source": "in_shares",  … }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29768" y="4334256"/>
            <a:ext cx="83759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"name": "share1","monthly_cost": 8.20,   "cost_source": "files_rate", … }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9768" y="4549140"/>
            <a:ext cx="83759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9768" y="4764024"/>
            <a:ext cx="837590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"count": 47, "matched_export_usd": 312.45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Cases  +  Engineer Gotchas  —  _get_live_data()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97680" cy="13898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29768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0467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has cost but no VM size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69848"/>
            <a:ext cx="40965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vm_size might be empty string if ARM instanceView fails to return hardware_profile.vm_size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falls back: rc.resources.get_by_id(vm.id, api_version='2024-03-01') and reads hardwareProfile.vmSize from .properties dict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still empty: the vm_size guard (if r.get('vm_size')) skips the pricing override — falls back to export-based projection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97680" cy="13898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777240"/>
            <a:ext cx="429768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777240"/>
            <a:ext cx="54864" cy="1389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80467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month — partial export (export_days &lt; 28)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91456" y="1069848"/>
            <a:ext cx="40965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1st–4th of the month: all resources will have export_days = 1–4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 28 branch activates for every resource — all costs are projections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window_days = mdf['C_DATE'].nunique() provides the global fallback for days_by_id misses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export_days is surfaced in the output dict — the UI can show a 'projected' badge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4297680" cy="13898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67712"/>
            <a:ext cx="4297680" cy="237744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267712"/>
            <a:ext cx="54864" cy="1389888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29514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 with shares + StorageManagementClient absent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" y="2560320"/>
            <a:ext cx="40965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_HAS_STORAGE_MGMT = False if azure-mgmt-storage not installed → no shares injected into inv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sa_with_live_shares will be empty → all SAs use normal projection logic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sa_with_shares post-pass also empty → no in_shares suppression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SA monthly_cost shown from export data (slightly inaccurate but not wrong)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267712"/>
            <a:ext cx="4297680" cy="13898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267712"/>
            <a:ext cx="4297680" cy="23774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267712"/>
            <a:ext cx="54864" cy="138988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229514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Deallocated VM still has export rows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91456" y="2560320"/>
            <a:ext cx="40965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_fetch_resource_inventory skips deallocated VMs: if status.lower() in ('deallocated', 'stopped'): continue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cost export data may still have rows for it (you pay for managed disks even when stopped)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rows exist in cost_by_id but the corresponding ARM resource is absent from inv → never enriched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resource itself (microsoft.compute/disks) IS in inventory — its export cost IS projected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758184"/>
            <a:ext cx="4297680" cy="13898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58184"/>
            <a:ext cx="4297680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758184"/>
            <a:ext cx="54864" cy="1389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78561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VMSS vs individual VM  pricing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" y="4050792"/>
            <a:ext cx="40965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VMSS: instance_count = int(sku.capacity) → multiplied: round(price × 24 × 30 × instances, 2)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VM: instance_count defaults to 1 → same formula, instances=1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max(instance_count, 1) guards against capacity=0 returning $0.00 for an active VMSS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758184"/>
            <a:ext cx="4297680" cy="13898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758184"/>
            <a:ext cx="4297680" cy="23774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758184"/>
            <a:ext cx="54864" cy="13898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378561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run_in_executor serial vs parallel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91456" y="4050792"/>
            <a:ext cx="40965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VM pricing call is awaited sequentially inside the loop — not concurrent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 VMs, the pricing loop makes 10 serial HTTP requests to prices.azure.com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Per-process _SPOT_PRICE_CACHE means subsequent calls for same vm_size+region are instant</a:t>
            </a:r>
            <a:endParaRPr lang="en-US" sz="8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parallelise: gather([run_in_executor(None, _fetch_spot_price, sz, rg) for sz,rg in vms])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_get_live_data() deep dive</dc:title>
  <dc:subject>PptxGenJS Presentation</dc:subject>
  <dc:creator>PptxGenJS</dc:creator>
  <cp:lastModifiedBy>PptxGenJS</cp:lastModifiedBy>
  <cp:revision>1</cp:revision>
  <dcterms:created xsi:type="dcterms:W3CDTF">2026-04-27T10:02:47Z</dcterms:created>
  <dcterms:modified xsi:type="dcterms:W3CDTF">2026-04-27T10:02:47Z</dcterms:modified>
</cp:coreProperties>
</file>