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81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D3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Dive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</a:rPr>
              <a:t>azure-penny backend — engineer's walkthrough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3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source files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21408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3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121408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API endpoints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31336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3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831336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async cache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41264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3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541264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ARM clients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251192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3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251192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streaming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DELETEs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4663440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6634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0" y="4663440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4663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71800" y="466344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130654"/>
          </a:solidFill>
          <a:ln w="12700">
            <a:solidFill>
              <a:srgbClr val="1306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4663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23360" y="4663440"/>
            <a:ext cx="1463040" cy="219456"/>
          </a:xfrm>
          <a:prstGeom prst="roundRect">
            <a:avLst>
              <a:gd name="adj" fmla="val 25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4663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azure-identity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23560" y="4663440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39120"/>
          </a:solidFill>
          <a:ln w="12700">
            <a:solidFill>
              <a:srgbClr val="2391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4663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Map  —  4 Source Files + Dockerfile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D8FF"/>
                </a:solidFill>
              </a:rPr>
              <a:t>import graph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200400" cy="640080"/>
          </a:xfrm>
          <a:prstGeom prst="rect">
            <a:avLst/>
          </a:prstGeom>
          <a:solidFill>
            <a:srgbClr val="1C2128"/>
          </a:solidFill>
          <a:ln w="19050">
            <a:solidFill>
              <a:srgbClr val="F2CC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344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env vars · logging · typed constants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3200400" cy="640080"/>
          </a:xfrm>
          <a:prstGeom prst="rect">
            <a:avLst/>
          </a:prstGeom>
          <a:solidFill>
            <a:srgbClr val="1C2128"/>
          </a:solidFill>
          <a:ln w="19050">
            <a:solidFill>
              <a:srgbClr val="A5D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624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blob discovery · DataFrame ETL · async TTL cache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3200400" cy="640080"/>
          </a:xfrm>
          <a:prstGeom prst="rect">
            <a:avLst/>
          </a:prstGeom>
          <a:solidFill>
            <a:srgbClr val="1C2128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live_resources.py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39044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ARM clients · pricing lookups · resource inventory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4663440"/>
            <a:ext cx="3200400" cy="640080"/>
          </a:xfrm>
          <a:prstGeom prst="rect">
            <a:avLst/>
          </a:prstGeom>
          <a:solidFill>
            <a:srgbClr val="1C2128"/>
          </a:solidFill>
          <a:ln w="19050">
            <a:solidFill>
              <a:srgbClr val="D2A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4709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50017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FastAPI app · 20+ endpoints · streaming DELETE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65960" y="1645920"/>
            <a:ext cx="0" cy="640080"/>
          </a:xfrm>
          <a:prstGeom prst="line">
            <a:avLst/>
          </a:prstGeom>
          <a:noFill/>
          <a:ln w="12700">
            <a:solidFill>
              <a:srgbClr val="F2CC60"/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1965960" y="1645920"/>
            <a:ext cx="0" cy="1920240"/>
          </a:xfrm>
          <a:prstGeom prst="line">
            <a:avLst/>
          </a:prstGeom>
          <a:noFill/>
          <a:ln w="12700">
            <a:solidFill>
              <a:srgbClr val="F2CC60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1965960" y="1645920"/>
            <a:ext cx="0" cy="3017520"/>
          </a:xfrm>
          <a:prstGeom prst="line">
            <a:avLst/>
          </a:prstGeom>
          <a:noFill/>
          <a:ln w="12700">
            <a:solidFill>
              <a:srgbClr val="F2CC60"/>
            </a:solidFill>
            <a:prstDash val="sysDash"/>
          </a:ln>
        </p:spPr>
      </p:sp>
      <p:sp>
        <p:nvSpPr>
          <p:cNvPr id="20" name="Text 18"/>
          <p:cNvSpPr/>
          <p:nvPr/>
        </p:nvSpPr>
        <p:spPr>
          <a:xfrm>
            <a:off x="2011680" y="2011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CC60"/>
                </a:solidFill>
              </a:rPr>
              <a:t>import config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965960" y="2926080"/>
            <a:ext cx="0" cy="640080"/>
          </a:xfrm>
          <a:prstGeom prst="line">
            <a:avLst/>
          </a:prstGeom>
          <a:noFill/>
          <a:ln w="12700">
            <a:solidFill>
              <a:srgbClr val="A5D6FF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>
            <a:off x="1965960" y="2926080"/>
            <a:ext cx="0" cy="1737360"/>
          </a:xfrm>
          <a:prstGeom prst="line">
            <a:avLst/>
          </a:prstGeom>
          <a:noFill/>
          <a:ln w="12700">
            <a:solidFill>
              <a:srgbClr val="A5D6FF"/>
            </a:solidFill>
            <a:prstDash val="sysDash"/>
          </a:ln>
        </p:spPr>
      </p:sp>
      <p:sp>
        <p:nvSpPr>
          <p:cNvPr id="23" name="Text 21"/>
          <p:cNvSpPr/>
          <p:nvPr/>
        </p:nvSpPr>
        <p:spPr>
          <a:xfrm>
            <a:off x="2011680" y="3291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D6FF"/>
                </a:solidFill>
              </a:rPr>
              <a:t>from storage import …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965960" y="4206240"/>
            <a:ext cx="0" cy="457200"/>
          </a:xfrm>
          <a:prstGeom prst="line">
            <a:avLst/>
          </a:prstGeom>
          <a:noFill/>
          <a:ln w="12700">
            <a:solidFill>
              <a:srgbClr val="7EE787"/>
            </a:solidFill>
            <a:prstDash val="sysDash"/>
          </a:ln>
        </p:spPr>
      </p:sp>
      <p:sp>
        <p:nvSpPr>
          <p:cNvPr id="25" name="Text 23"/>
          <p:cNvSpPr/>
          <p:nvPr/>
        </p:nvSpPr>
        <p:spPr>
          <a:xfrm>
            <a:off x="2011680" y="43434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E787"/>
                </a:solidFill>
              </a:rPr>
              <a:t>from live_resources import …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840480" y="8229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 Imports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0" y="1170432"/>
            <a:ext cx="502920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0" y="1170432"/>
            <a:ext cx="45720" cy="841248"/>
          </a:xfrm>
          <a:prstGeom prst="rect">
            <a:avLst/>
          </a:prstGeom>
          <a:solidFill>
            <a:srgbClr val="F2CC60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12161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77640" y="146304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os, logging, dotenv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0" y="2221992"/>
            <a:ext cx="502920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0" y="2221992"/>
            <a:ext cx="45720" cy="841248"/>
          </a:xfrm>
          <a:prstGeom prst="rect">
            <a:avLst/>
          </a:prstGeom>
          <a:solidFill>
            <a:srgbClr val="A5D6FF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77640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storage.py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77640" y="25146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asyncio, io, re, time, pandas, azure-identity, azure-storage-blob, config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840480" y="3273552"/>
            <a:ext cx="502920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3273552"/>
            <a:ext cx="45720" cy="841248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77640" y="3319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live_resources.py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77640" y="356616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asyncio, json, re, time, urllib, datetime, azure-identity, azure-mgmt-*, config, storage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40480" y="4325112"/>
            <a:ext cx="5029200" cy="84124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0" y="4325112"/>
            <a:ext cx="45720" cy="841248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77640" y="43708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77640" y="46177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asyncio, time, datetime, pathlib, pandas, fastapi, config, storage, live_resources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  +  Dockerfile  —  Bootstrap Layer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D8FF"/>
                </a:solidFill>
              </a:rPr>
              <a:t>config.py · Dockerfile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21208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3017520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config.py — single source of truth for all env vars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4632" y="1056132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logging, 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225296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dotenv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load_dotenv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1394460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1563624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1732788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logging.basicConfig(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1901952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level=logging.INFO,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2071116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format="%(asctime)s  %(levelname)-8s  %(name)s  %(message)s",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2240280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409444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= 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logging.getLogger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azure-penny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578608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747772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STORAGE_ACCOUNT_NAME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os.environ.get("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STORAGE_ACCOUNT_NAME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"")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916936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STORAGE_CONTAINER_NAME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os.environ.get("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STORAGE_CONTAINER_NAME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"cost-exports")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086100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AZURE_CLIENT_ID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 | None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os.environ.get("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AZURE_CLIENT_ID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255264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AZURE_SUBSCRIPTION_ID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os.environ.get("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AZURE_SUBSCRIPTION_ID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"")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424428"/>
            <a:ext cx="49743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TTL_SECONDS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int(os.environ.get("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CACHE_TTL_SECONDS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"3600"))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913632"/>
            <a:ext cx="5212080" cy="3063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913632"/>
            <a:ext cx="36576" cy="3063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4023360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python: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3.11-slim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201668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" y="4379976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PYTHONDONTWRITEBYTECODE=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" y="4558284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PYTHONUNBUFFERED=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immediate stdout flush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" y="4736592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" y="4914900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/app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" y="5093208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" y="5271516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deps layer cached separately from source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" y="5449824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requirements.txt ./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" y="5628132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 install --no-cache-dir -r requirements.txt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" y="5806440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" y="5984748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main.py config.py storage.py live_resources.py ./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" y="6163056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templates/ ./templates/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" y="6341364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" y="6519672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8000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" y="6697980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["uvicorn", "main:app", "--host", "0.0.0.0", "--port", "8000"]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15000" y="777240"/>
            <a:ext cx="3108960" cy="30175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15000" y="777240"/>
            <a:ext cx="3108960" cy="256032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24728" y="8138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config.py Notes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06440" y="1097280"/>
            <a:ext cx="2926080" cy="2633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load_dotenv() → reads .env for local dev; env vars override in Container Apps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| None for AZURE_CLIENT_ID — None means DefaultAzureCredential tries all credential sources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TTL_SECONDS = 3600 (1 hr) — cost data rarely changes intra-day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LIVE_CACHE_TTL = 900 (15 min) — ARM inventory is more volatile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is imported by every module; single named logger 'azure-penny'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715000" y="3913632"/>
            <a:ext cx="3108960" cy="3063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15000" y="3913632"/>
            <a:ext cx="310896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24728" y="3950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 Notes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806440" y="4233672"/>
            <a:ext cx="2926080" cy="2679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python:3.11-slim → minimal base, no dev tools, smaller attack surface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 COPY before source COPY → Docker layer cache skips pip if only .py files changed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PYTHONDONTWRITEBYTECODE=1 → no .pyc files in image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PYTHONUNBUFFERED=1 → log lines appear immediately in Container Apps Log Stream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single worker — adequate for dashboard; add --workers for higher load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storage.py  —  Blob Discovery Algorithm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D8FF"/>
                </a:solidFill>
              </a:rPr>
              <a:t>storage.py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257800" cy="43159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4315968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_DATE_FOLDER_RE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re.compile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(r"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^(\d{8})-(\d{8})$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84632" y="1054303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_EXPORT_EXTS 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(".parquet", ".csv", ".csv.gz")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84632" y="1221638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84632" y="1388974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_discover_latest_blobs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(container_name: </a:t>
            </a:r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list[str]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84632" y="1556309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"""Pick ONLY the most-recent export file — avoid double-counting."""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84632" y="1723644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get_blob_service_client()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84632" y="1890979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all_blob_props =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(container_client.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list_blobs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84632" y="2058314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84632" y="2225650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extract YYYYMMDD-YYYYMMDD segments from all paths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84632" y="2392985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date_segments: </a:t>
            </a:r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set[str]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set()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84632" y="2560320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bp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all_blob_props: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84632" y="2727655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part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bp.name.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("/"):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84632" y="2894990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_DATE_FOLDER_RE.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(part):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84632" y="3062326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date_segments.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(part)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84632" y="3229661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84632" y="3396996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date_segments: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fallback: newest .parquet/.csv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84632" y="3564331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newest =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(candidates, key=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bp: bp.last_modified)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84632" y="3731666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[newest.name]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84632" y="3899002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84632" y="4066337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latest_segment =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(date_segments)[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lexicographic sort works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84632" y="4233672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candidates = [bp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bp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all_blob_props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84632" y="4401007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if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latest_segment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bp.name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bp.name.endswith(_EXPORT_EXTS)]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84632" y="4568342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newest =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(candidates, key=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bp: bp.last_modified)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84632" y="4735678"/>
            <a:ext cx="502005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[newest.name]  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file prevents double-count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5806440" y="822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 Path  →  Algorithm Walkthrough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06440" y="1170432"/>
            <a:ext cx="30175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9786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azure-penny/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144475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</a:rPr>
              <a:t>root_folder_path (var.app_name)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806440" y="1719072"/>
            <a:ext cx="30175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7465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azure-penny-daily-export/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199339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</a:rPr>
              <a:t>export name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806440" y="2267712"/>
            <a:ext cx="30175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229514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20260427-20260427/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25420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</a:rPr>
              <a:t>← regex matched → date_segments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806440" y="2816352"/>
            <a:ext cx="30175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28437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a3f8c1d2-…/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97880" y="30906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</a:rPr>
              <a:t>GUID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806440" y="3364992"/>
            <a:ext cx="301752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97880" y="33924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azure-penny_daily.csv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897880" y="36393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</a:rPr>
              <a:t>← ends with _EXPORT_EXTS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806440" y="48463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i="1" dirty="0">
                <a:solidFill>
                  <a:srgbClr val="8B949E"/>
                </a:solidFill>
              </a:rPr>
              <a:t>Why single file? Cost exports are cumulative — newer file already contains all prior data. Loading both would double-count every row.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storage.py  —  DataFrame ETL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D8FF"/>
                </a:solidFill>
              </a:rPr>
              <a:t>storage.py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120640" cy="4343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4343400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COLUMN_MAP: </a:t>
            </a:r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dict[str, str]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84632" y="1054303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"CostInBillingCurrency":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"C_COST"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# ActualCost export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84632" y="1221638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"Cost":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"C_COST"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# legacy Parquet schema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84632" y="1388974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"MeterCategory":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"C_SERVICE"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# CSV exports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84632" y="1556309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"ServiceName":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"C_SERVICE"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# Parquet exports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84632" y="1723644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"ResourceGroup":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"C_NAME"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# RG name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84632" y="1890979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"Date":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"C_DATE"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# YYYYMMDD or ISO 8601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84632" y="2058314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"ResourceId":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"C_RESOURCE_ID"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# full ARM ID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84632" y="2225650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"Quantity":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"C_QUANTITY"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# hours (VMs)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84632" y="2392985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… 8 more aliases …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84632" y="2560320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84632" y="2727655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84632" y="2894990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_apply_column_map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(df: </a:t>
            </a:r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pd.DataFrame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pd.DataFrame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84632" y="3062326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lower_map = {k.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 v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k, v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COLUMN_MAP.items()}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84632" y="3229661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rename = {}  # first-match wins — no duplicate internal names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84632" y="3396996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raw_col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df.columns: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84632" y="3564331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internal = lower_map.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(raw_col.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84632" y="3731666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raw_col.lower().startswith("tag_"):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tag_ prefix cols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84632" y="3899002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rename[raw_col] = "C_TAGS"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84632" y="4066337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df.rename(columns=rename)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84632" y="4233672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df["C_COST"] = pd.to_numeric(df["C_COST"], errors="coerce").fillna(0.0)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84632" y="4401007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df["C_DATE"] = pd.to_datetime(df["C_DATE"], errors="coerce").dt.strftime("%Y-%m-%d")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84632" y="4568342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df["C_NAME"] = df["C_NAME"].str.lower()  # normalise RG name casing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84632" y="4735678"/>
            <a:ext cx="4882896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5669280" y="8229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 Pipeline Stages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1170432"/>
            <a:ext cx="3154680" cy="521208"/>
          </a:xfrm>
          <a:prstGeom prst="rect">
            <a:avLst/>
          </a:prstGeom>
          <a:solidFill>
            <a:srgbClr val="1C2128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42048" y="1691640"/>
            <a:ext cx="0" cy="91440"/>
          </a:xfrm>
          <a:prstGeom prst="line">
            <a:avLst/>
          </a:prstGeom>
          <a:noFill/>
          <a:ln w="12700">
            <a:solidFill>
              <a:srgbClr val="D2A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1207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_discover_latest_blobs()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60720" y="1463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pick newest date-range file only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69280" y="1783080"/>
            <a:ext cx="3154680" cy="521208"/>
          </a:xfrm>
          <a:prstGeom prst="rect">
            <a:avLst/>
          </a:prstGeom>
          <a:solidFill>
            <a:srgbClr val="1C2128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42048" y="2304288"/>
            <a:ext cx="0" cy="91440"/>
          </a:xfrm>
          <a:prstGeom prst="line">
            <a:avLst/>
          </a:prstGeom>
          <a:noFill/>
          <a:ln w="12700">
            <a:solidFill>
              <a:srgbClr val="A5D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18196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_read_blob_to_bytes()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760720" y="20756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download raw bytes from Blob Storage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69280" y="2395728"/>
            <a:ext cx="3154680" cy="521208"/>
          </a:xfrm>
          <a:prstGeom prst="rect">
            <a:avLst/>
          </a:prstGeom>
          <a:solidFill>
            <a:srgbClr val="1C2128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42048" y="2916936"/>
            <a:ext cx="0" cy="91440"/>
          </a:xfrm>
          <a:prstGeom prst="line">
            <a:avLst/>
          </a:prstGeom>
          <a:noFill/>
          <a:ln w="12700">
            <a:solidFill>
              <a:srgbClr val="F2CC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24323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_blob_to_dataframe()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760720" y="268833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parse Parquet/CSV/CSV.GZ via pyarrow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69280" y="3008376"/>
            <a:ext cx="3154680" cy="521208"/>
          </a:xfrm>
          <a:prstGeom prst="rect">
            <a:avLst/>
          </a:prstGeom>
          <a:solidFill>
            <a:srgbClr val="1C2128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42048" y="3529584"/>
            <a:ext cx="0" cy="91440"/>
          </a:xfrm>
          <a:prstGeom prst="line">
            <a:avLst/>
          </a:prstGeom>
          <a:noFill/>
          <a:ln w="12700">
            <a:solidFill>
              <a:srgbClr val="7EE78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0" y="30449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_apply_column_map()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760720" y="33009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rename → coerce C_COST, C_DATE, C_NAME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669280" y="3621024"/>
            <a:ext cx="3154680" cy="521208"/>
          </a:xfrm>
          <a:prstGeom prst="rect">
            <a:avLst/>
          </a:prstGeom>
          <a:solidFill>
            <a:srgbClr val="1C2128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42048" y="4142232"/>
            <a:ext cx="0" cy="91440"/>
          </a:xfrm>
          <a:prstGeom prst="line">
            <a:avLst/>
          </a:prstGeom>
          <a:noFill/>
          <a:ln w="12700">
            <a:solidFill>
              <a:srgbClr val="3572A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60720" y="36576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7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pd.concat(frames)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760720" y="39136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merge all files (usually just 1)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69280" y="4233672"/>
            <a:ext cx="3154680" cy="521208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42702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→ return df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760720" y="4526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store in _cache['df'] with TTL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storage.py  —  Async TTL Cache  +  run_in_executor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D8FF"/>
                </a:solidFill>
              </a:rPr>
              <a:t>storage.py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02920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3566160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_lock: asyncio.Lock = asyncio.Lock()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4632" y="1057046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_cache: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dict[str, Any]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227125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1397203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get_cached_dataframe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pd.DataFrame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1567282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cached DataFrame, refreshing if expired or absent."""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1737360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with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_lock: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1907438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now = 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time.monotonic()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2077517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loaded_at: float = _cache.get("loaded_at", 0.0)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2247595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417674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"df" not in _cache or (now - loaded_at) &gt; TTL_SECONDS: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587752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log.info(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"Cache miss — loading from Azure Blob Storage …"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757830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try: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927909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df =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asyncio.get_event_loop().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097987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run_in_executor(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None, _load_dataframe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268066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except ValueError as exc: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438144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df = pd.DataFrame(columns=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(REQUIRED_INTERNAL_COLS))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608222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_cache["df"] = df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3778301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_cache["loaded_at"] = now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3948379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118458"/>
            <a:ext cx="479145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_cache["df"]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77840" y="822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 Concurrency Model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0" y="1170432"/>
            <a:ext cx="324612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1170432"/>
            <a:ext cx="54864" cy="5029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12070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request (coroutine)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87568" y="146304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runs on event loop thread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77840" y="1764792"/>
            <a:ext cx="324612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0" y="1764792"/>
            <a:ext cx="54864" cy="502920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18013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7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_lock: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87568" y="20574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serialises concurrent requests — only 1 blob load at a time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77840" y="2359152"/>
            <a:ext cx="324612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2359152"/>
            <a:ext cx="54864" cy="502920"/>
          </a:xfrm>
          <a:prstGeom prst="rect">
            <a:avLst/>
          </a:prstGeom>
          <a:solidFill>
            <a:srgbClr val="F2CC60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23957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run_in_executor(None, fn)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87568" y="265176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offloads blocking I/O to ThreadPoolExecutor (default)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577840" y="2953512"/>
            <a:ext cx="324612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77840" y="2953512"/>
            <a:ext cx="54864" cy="502920"/>
          </a:xfrm>
          <a:prstGeom prst="rect">
            <a:avLst/>
          </a:prstGeom>
          <a:solidFill>
            <a:srgbClr val="A5D6FF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29900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_load_dataframe() ← blocking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87568" y="32461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azure-storage-blob SDK is synchronous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77840" y="3547872"/>
            <a:ext cx="324612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77840" y="3547872"/>
            <a:ext cx="54864" cy="5029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87568" y="35844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loop not blocked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87568" y="384048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other requests continue while blob downloads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0040" y="4462272"/>
            <a:ext cx="5029200" cy="603504"/>
          </a:xfrm>
          <a:prstGeom prst="rect">
            <a:avLst/>
          </a:prstGeom>
          <a:solidFill>
            <a:srgbClr val="1C2128"/>
          </a:solidFill>
          <a:ln w="12700">
            <a:solidFill>
              <a:srgbClr val="FFD34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" y="450799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3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TTL Design  —  time.monotonic() not time.time()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38912" y="47457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monotonic() is immune to system clock changes (NTP, DST). After TTL_SECONDS (default 3600s), next request triggers a blob re-download. Force-refresh via POST /api/reload.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live_resources.py  —  ARM Lazy Singletons  +  DefaultAzureCredential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D8FF"/>
                </a:solidFill>
              </a:rPr>
              <a:t>live_resources.py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120640" cy="43159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4315968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Lazy-initialised module-level singletons — one per SDK client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4632" y="106984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_resource_mgmt_client: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ResourceManagementClient | None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None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25272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_compute_mgmt_client: 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ComputeManagementClient  | None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None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143560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_storage_mgmt_client                                  = None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161848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180136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_get_resource_mgmt_client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ResourceManagementClient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198424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_resource_mgmt_client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216712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_resource_mgmt_client is 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235000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AZURE_SUBSCRIPTION_ID: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53288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RuntimeError("AZURE_SUBSCRIPTION_ID not set")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71576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credential = 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DefaultAzureCredential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89864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managed_identity_client_id=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AZURE_CLIENT_ID or None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308152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26440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_resource_mgmt_client = 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ResourceManagementClient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(credential, AZURE_SUBSCRIPTION_ID)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44728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_resource_mgmt_client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63016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81304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 StorageManagementClient — soft import at module level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399592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417880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azure.mgmt.storage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StorageManagementClient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36168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_HAS_STORAGE_MGMT = 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" y="454456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ImportError: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" y="4727448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StorageManagementClient = </a:t>
            </a:r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 # type: ignore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0" y="8229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DefaultAzureCredential Chain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0" y="1170432"/>
            <a:ext cx="315468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42432" y="1325880"/>
            <a:ext cx="219456" cy="219456"/>
          </a:xfrm>
          <a:prstGeom prst="ellipse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1325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35040" y="120700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EnvCredential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35040" y="14630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AZURE_CLIENT_ID + AZURE_CLIENT_SECRET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69280" y="1792224"/>
            <a:ext cx="315468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42432" y="1947672"/>
            <a:ext cx="219456" cy="219456"/>
          </a:xfrm>
          <a:prstGeom prst="ellipse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42432" y="1947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35040" y="18288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WorkloadIdentityCredential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35040" y="208483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K8s federated identity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69280" y="2414016"/>
            <a:ext cx="3154680" cy="530352"/>
          </a:xfrm>
          <a:prstGeom prst="rect">
            <a:avLst/>
          </a:prstGeom>
          <a:solidFill>
            <a:srgbClr val="1A3020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42432" y="2569464"/>
            <a:ext cx="219456" cy="21945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42432" y="2569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35040" y="245059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ManagedIdentityCredential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035040" y="270662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← used in Container Apps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669280" y="3035808"/>
            <a:ext cx="315468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42432" y="3191256"/>
            <a:ext cx="219456" cy="219456"/>
          </a:xfrm>
          <a:prstGeom prst="ellipse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42432" y="31912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35040" y="307238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AzureCliCredential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035040" y="332841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local dev: az login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669280" y="3657600"/>
            <a:ext cx="3154680" cy="530352"/>
          </a:xfrm>
          <a:prstGeom prst="rect">
            <a:avLst/>
          </a:prstGeom>
          <a:solidFill>
            <a:srgbClr val="1C2128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42432" y="3813048"/>
            <a:ext cx="219456" cy="219456"/>
          </a:xfrm>
          <a:prstGeom prst="ellipse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42432" y="38130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035040" y="369417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VisualStudioCodeCredential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035040" y="395020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local dev: VS Code sign-in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669280" y="4800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8B949E"/>
                </a:solidFill>
              </a:rPr>
              <a:t>managed_identity_client_id disambiguates when multiple user-assigned identities are attached to the Container App.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0040" y="4315968"/>
            <a:ext cx="5120640" cy="8046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040" y="4315968"/>
            <a:ext cx="5120640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9768" y="435254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Lazy Singleton Pattern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11480" y="463600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initialised only on first call — no startup overhead if feature unused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keyword lets function update the module-level var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Safe: event loop uses run_in_executor, each thread only reads the cached singleton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import (_HAS_STORAGE_MGMT flag) → container runs without azure-mgmt-storage if excluded from requirements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live_resources.py  —  VM Pricing Decision Tree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D8FF"/>
                </a:solidFill>
              </a:rPr>
              <a:t>live_resources.py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029200" cy="3154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3154680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_fetch_spot_price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(vm_size: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region: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| None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4632" y="106984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cache_key = f"spot:{vm_size.lower()}:{region.lower()}"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25272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cache_key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_SPOT_PRICE_CACHE:</a:t>
            </a:r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per-process in-mem cache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143560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_SPOT_PRICE_CACHE[cache_key]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161848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180136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Tier 1: Azure Retail Prices API (live)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198424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 = 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_fetch_retail_price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(vm_size, region, price_type=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"Spot"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216712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 is not 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return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235000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53288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Tier 2: static spot price table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71576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vm_size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_SPOT_PRICES and region_norm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_SPOT_PRICES[vm_size]: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89864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_SPOT_PRICES[vm_size][region_norm]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308152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26440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Tier 3: 40% of on-demand (spot discount heuristic)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44728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vm_size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_ONDEMAND_PRICES: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63016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round(_ONDEMAND_PRICES[vm_size][region_norm] * 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4)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77840" y="8229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 Decision Tree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1170432"/>
            <a:ext cx="3246120" cy="420624"/>
          </a:xfrm>
          <a:prstGeom prst="roundRect">
            <a:avLst>
              <a:gd name="adj" fmla="val 17391"/>
            </a:avLst>
          </a:prstGeom>
          <a:solidFill>
            <a:srgbClr val="1C2128"/>
          </a:solidFill>
          <a:ln w="12700">
            <a:solidFill>
              <a:srgbClr val="FFD3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12618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3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 or On-Demand?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00900" y="1591056"/>
            <a:ext cx="0" cy="100584"/>
          </a:xfrm>
          <a:prstGeom prst="line">
            <a:avLst/>
          </a:prstGeom>
          <a:noFill/>
          <a:ln w="12700">
            <a:solidFill>
              <a:srgbClr val="FFD3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1691640"/>
            <a:ext cx="3246120" cy="420624"/>
          </a:xfrm>
          <a:prstGeom prst="roundRect">
            <a:avLst>
              <a:gd name="adj" fmla="val 17391"/>
            </a:avLst>
          </a:prstGeom>
          <a:solidFill>
            <a:srgbClr val="1C2128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17830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Retail Prices API available?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00900" y="2112264"/>
            <a:ext cx="0" cy="100584"/>
          </a:xfrm>
          <a:prstGeom prst="line">
            <a:avLst/>
          </a:prstGeom>
          <a:noFill/>
          <a:ln w="12700">
            <a:solidFill>
              <a:srgbClr val="A5D6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2212848"/>
            <a:ext cx="3246120" cy="420624"/>
          </a:xfrm>
          <a:prstGeom prst="roundRect">
            <a:avLst>
              <a:gd name="adj" fmla="val 17391"/>
            </a:avLst>
          </a:prstGeom>
          <a:solidFill>
            <a:srgbClr val="1C2128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30428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returned a price?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00900" y="2633472"/>
            <a:ext cx="0" cy="100584"/>
          </a:xfrm>
          <a:prstGeom prst="line">
            <a:avLst/>
          </a:prstGeom>
          <a:noFill/>
          <a:ln w="12700">
            <a:solidFill>
              <a:srgbClr val="A5D6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0" y="2734056"/>
            <a:ext cx="3246120" cy="420624"/>
          </a:xfrm>
          <a:prstGeom prst="roundRect">
            <a:avLst>
              <a:gd name="adj" fmla="val 17391"/>
            </a:avLst>
          </a:prstGeom>
          <a:solidFill>
            <a:srgbClr val="1C2128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282549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_SPOT_PRICES table?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00900" y="3154680"/>
            <a:ext cx="0" cy="100584"/>
          </a:xfrm>
          <a:prstGeom prst="line">
            <a:avLst/>
          </a:prstGeom>
          <a:noFill/>
          <a:ln w="12700">
            <a:solidFill>
              <a:srgbClr val="F2CC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77840" y="3255264"/>
            <a:ext cx="3246120" cy="420624"/>
          </a:xfrm>
          <a:prstGeom prst="roundRect">
            <a:avLst>
              <a:gd name="adj" fmla="val 17391"/>
            </a:avLst>
          </a:prstGeom>
          <a:solidFill>
            <a:srgbClr val="1C2128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334670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_ONDEMAND_PRICES table?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77840" y="2670048"/>
            <a:ext cx="13716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2688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live API price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77840" y="3191256"/>
            <a:ext cx="13716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32095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static table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77840" y="3712464"/>
            <a:ext cx="13716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3730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40% on-demand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77840" y="4233672"/>
            <a:ext cx="13716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4251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None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4041648"/>
            <a:ext cx="5029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4041648"/>
            <a:ext cx="36576" cy="100584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" y="4151376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Azure Files Premium — same 3-tier pattern: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4632" y="4334256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prices.azure.com Retail Prices API  →  filter: armSkuName, priceType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4632" y="4517136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_FILES_PREMIUM_PRICES table (region → $/GiB/mo)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4632" y="4700016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fallback: 0.21  (eastus baseline)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5047488"/>
            <a:ext cx="5029200" cy="71323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" y="5047488"/>
            <a:ext cx="5029200" cy="25603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9768" y="50840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Why 40% Fallback?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536752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spot discounts vs on-demand typically range 60–90%. 40% of on-demand is a conservative underestimate.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_SPOT_PRICE_CACHE keyed by 'spot:size:region' — avoids redundant API calls within the same process lifetime.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uses same _SPOT_PRICE_CACHE dict, keyed 'ondemand:size:region' — reuses the same cache structure.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live_resources.py  —  _fetch_resource_inventory()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D8FF"/>
                </a:solidFill>
              </a:rPr>
              <a:t>live_resources.py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21208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3657600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_fetch_resource_inventory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</a:t>
            </a:r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list[dict]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84632" y="1065276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"""Enumerate all ARM resources with VM power states."""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84632" y="1243584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_get_resource_mgmt_client()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84632" y="1421892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all_res =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(rc.resources.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84632" y="1600200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84632" y="1778508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VM power states: Compute API instanceView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84632" y="1956816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vm_res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vm_resources: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84632" y="2135124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inst = cc.virtual_machines.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(rg, vm_res.name, expand="instanceView")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84632" y="2313432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power = next(  # extract PowerState/running|stopped|deallocated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84632" y="2491740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(s.display_status for s in statuses if s.code.startswith("PowerState/")),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84632" y="2670048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"Unknown"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84632" y="2848356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84632" y="3026664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is_spot = (getattr(inst,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"priority"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None) or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).lower() ==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"spot"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84632" y="3204972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84632" y="3383280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Skip deallocated/stopped VMs — no running cost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84632" y="3561588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status.lower()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("deallocated", "vm deallocated", "stopped"): continue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84632" y="3739896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84632" y="3918204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Normalise resource type → UI category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84632" y="4096512"/>
            <a:ext cx="497433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_resource_category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(rtype)  # vm / storage / network / database / container / other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320040" y="455371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_RTYPE_CATEGORY  (resource type → UI category)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846320"/>
            <a:ext cx="73152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846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"vm"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4712" y="48463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virtualmachines, virtualmachinescalesets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971800" y="4846320"/>
            <a:ext cx="73152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4846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"storage"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776472" y="48463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disks, storageaccounts, netapp, snapshots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" y="5084064"/>
            <a:ext cx="73152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50840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"network"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24712" y="50840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vnets, publicips, loadbalancers, firewalls …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971800" y="5084064"/>
            <a:ext cx="73152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71800" y="50840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"database"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776472" y="50840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sql, cosmosdb, redis, mysql, postgresql …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0040" y="5321808"/>
            <a:ext cx="73152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53218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"container"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24712" y="5321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containerregistry, containerapps, aks, web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971800" y="5321808"/>
            <a:ext cx="73152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71800" y="53218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"other"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776472" y="5321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(default fallback)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669280" y="822960"/>
            <a:ext cx="3154680" cy="4206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69280" y="822960"/>
            <a:ext cx="3154680" cy="256032"/>
          </a:xfrm>
          <a:prstGeom prst="rect">
            <a:avLst/>
          </a:prstGeom>
          <a:solidFill>
            <a:srgbClr val="A5D6FF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79008" y="85953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_SUBRESOURCE_STRIP_RE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60720" y="1143000"/>
            <a:ext cx="2971800" cy="3822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strips sub-resource paths (e.g. /fileServices/default/shares/…) from ARM IDs to produce the parent resource ID for cost matching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file share IDs from live_resources never match blob export IDs that record the parent storage account ID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live_resources.py  —  _get_live_data()  Cost Enrichment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D8FF"/>
                </a:solidFill>
              </a:rPr>
              <a:t>live_resources.py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21208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3840480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</a:t>
            </a:r>
            <a:pPr indent="0" marL="0">
              <a:buNone/>
            </a:pPr>
            <a:r>
              <a:rPr lang="en-US" sz="93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_get_live_data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</a:t>
            </a:r>
            <a:pPr indent="0" marL="0">
              <a:buNone/>
            </a:pPr>
            <a:r>
              <a:rPr lang="en-US" sz="93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list[dict]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484632" y="1074420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"""Merge ARM inventory with 30-day cost export data."""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484632" y="1261872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with _live_lock: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484632" y="1449324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(now - _live_cache.get(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"ts"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&gt; LIVE_CACHE_TTL: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484632" y="1636776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inv = await run_in_executor(None, _fetch_resource_inventory)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484632" y="1824228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_live_cache[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inv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484632" y="2011680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484632" y="2199132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Build cost lookup from export DataFrame (last 30 days)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84632" y="2386584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mdf[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"C_RESOURCE_ID"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mdf[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"C_RESOURCE_ID"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].apply(</a:t>
            </a:r>
            <a:pPr indent="0" marL="0">
              <a:buNone/>
            </a:pPr>
            <a:r>
              <a:rPr lang="en-US" sz="93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_normalize_rid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484632" y="2574036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cost_by_id: </a:t>
            </a:r>
            <a:pPr indent="0" marL="0">
              <a:buNone/>
            </a:pPr>
            <a:r>
              <a:rPr lang="en-US" sz="93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dict[str, float]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mdf.groupby(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"C_RESOURCE_ID"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"C_COST"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].sum().to_dict()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484632" y="2761488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84632" y="2948940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Cost projection logic (per resource)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484632" y="3136392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export_days &lt; 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# partial month — project forward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484632" y="3323844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monthly_projected = round(export_cost / export_days * 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84632" y="3511296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is_vm and export_hours_val:</a:t>
            </a:r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$/hr × 24 × 30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484632" y="3698748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hourly_rate = export_cost / export_hours_val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484632" y="3886200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monthly_projected = round(hourly_rate * 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484632" y="4073652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484632" y="4261104"/>
            <a:ext cx="49743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Override with live pricing for active VMs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320040" y="473659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cost_source  field values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5010912"/>
            <a:ext cx="128016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5010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"spot_rate"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673352" y="50109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spot price × 24 × 30 × instances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971800" y="5010912"/>
            <a:ext cx="128016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5010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"price_table"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325112" y="50109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on-demand price × 24 × 30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669280" y="822960"/>
            <a:ext cx="3154680" cy="4206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822960"/>
            <a:ext cx="3154680" cy="256032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85953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 Strategy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1143000"/>
            <a:ext cx="2971800" cy="3822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_normalize_rid strips sub-resource suffixes so ARM IDs align with export resource IDs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last_day_cost_by_id gives an additional projection for storage accounts with file shares — picks max(window_projection, last_day × 30)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accounts whose cost is 'in_shares' have monthly_cost = None to avoid double-counting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VMSS: instance_count from vmss.sku.capacity multiplied into monthly estimate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 —  FastAPI App  +  Filter / Aggregation Helpers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D8FF"/>
                </a:solidFill>
              </a:rPr>
              <a:t>main.py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212080" cy="44074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4407408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(title="azure-penny", version="1.0.0")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84632" y="1057046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Jinja2Templates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(directory=str(_TEMPLATES_DIR))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84632" y="1227125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84632" y="1397203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Service category sets (MeterCategory / ServiceName values)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84632" y="1567282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CAT_COMPUTE = {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"Virtual Machines", "App Service", "Container Apps", …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84632" y="1737360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CAT_STORAGE = {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"Storage", "Managed Disks", "Azure NetApp Files", …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84632" y="1907438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CAT_NETWORK = {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"VPN Gateway", "Azure Firewall", "Bandwidth", …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84632" y="2077517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CAT_DATABASE = {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"SQL Database", "Azure Cosmos DB", "Redis", …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84632" y="2247595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84632" y="2417674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_period_days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(period: </a:t>
            </a:r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84632" y="2587752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{"day": 1, "week": 7, "month": 30}.get(period, 7)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84632" y="2757830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84632" y="2927909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_filter_period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(df, days) -&gt; </a:t>
            </a:r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pd.DataFrame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84632" y="3097987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cutoff = (date.today() - timedelta(days=days)).strftime("%Y-%m-%d")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84632" y="3268066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df[df["C_DATE"] &gt;= cutoff]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84632" y="3438144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84632" y="3608222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_cost_by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(df, col) -&gt; </a:t>
            </a:r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dict[str, float]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84632" y="3778301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grp = df.groupby(col)[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"C_COST"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].sum()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84632" y="3948379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grp[grp &gt;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].sort_values(ascending=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).round(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).to_dict()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84632" y="4118458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84632" y="4288536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_category_api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(period, services, rg=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dict: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84632" y="4458614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day fallback: if today has no data, use latest available date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84632" y="4628693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period ==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filtered.empty: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84632" y="4798771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last_date = full_df[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"C_DATE"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].dropna().max()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484632" y="4968850"/>
            <a:ext cx="49743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filtered = df_svc[df_svc["C_DATE"] == last_date]; fallback = True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715000" y="777240"/>
            <a:ext cx="3108960" cy="440740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15000" y="777240"/>
            <a:ext cx="3108960" cy="256032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24728" y="8138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Design Notes — main.py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1097280"/>
            <a:ext cx="29260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_category_api is a shared helper used by /api/compute, /api/storage, /api/network, /api/database — avoids copy-paste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fallback prevents empty responses when today's export hasn't arrived yet; client receives fallback=true flag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frozenset for _TRANSFER_KEYWORDS — O(1) membership test across storage breakdown classification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_cost_by filters grp &gt; 0 — removes negative adjustments and credits from results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Jinja2Templates renders 3 views (dashboard.html, technician.html, live.html) from /templates/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 —  Complete API Endpoint 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D8FF"/>
                </a:solidFill>
              </a:rPr>
              <a:t>main.py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343400" cy="1234440"/>
          </a:xfrm>
          <a:prstGeom prst="rect">
            <a:avLst/>
          </a:prstGeom>
          <a:solidFill>
            <a:srgbClr val="1C2128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4343400" cy="23774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503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09728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06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87552" y="1115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7552" y="129844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dashboard.html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47472" y="141732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264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87552" y="1435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/technician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87552" y="161848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technician.html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47472" y="173736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7465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87552" y="1755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/live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87552" y="193852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live.html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800600" y="822960"/>
            <a:ext cx="4343400" cy="155448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822960"/>
            <a:ext cx="4343400" cy="23774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8503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 / Status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73752" y="109728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106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513832" y="1115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513832" y="129844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liveness check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873752" y="141732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14264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513832" y="1435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/api/status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13832" y="161848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cache age, row count, date range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873752" y="173736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F2CC60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17465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513832" y="1755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/api/reload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13832" y="193852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clear cache + force reload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873752" y="205740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20665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513832" y="20756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/costs/refresh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13832" y="225856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alias for reload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4320" y="2148840"/>
            <a:ext cx="4343400" cy="2194560"/>
          </a:xfrm>
          <a:prstGeom prst="rect">
            <a:avLst/>
          </a:prstGeom>
          <a:solidFill>
            <a:srgbClr val="1C2128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2148840"/>
            <a:ext cx="4343400" cy="237744"/>
          </a:xfrm>
          <a:prstGeom prst="rect">
            <a:avLst/>
          </a:prstGeom>
          <a:solidFill>
            <a:srgbClr val="A5D6FF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1762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Endpoints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7472" y="242316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24323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87552" y="24414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/api/compute?period&amp;rg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987552" y="262432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VM / App Service / AKS costs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47472" y="274320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27523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987552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/api/compute/machines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87552" y="294436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per-machine breakdown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47472" y="306324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" y="30723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87552" y="3081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/api/storage?period&amp;rg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87552" y="326440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Storage costs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47472" y="338328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3392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987552" y="3401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/api/storage/breakdown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987552" y="358444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space vs transfer split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47472" y="370332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" y="37124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987552" y="3721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/api/network?period&amp;rg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987552" y="390448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Network costs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47472" y="402336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7472" y="40325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987552" y="4041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/api/database?period&amp;rg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987552" y="422452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DB costs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800600" y="2468880"/>
            <a:ext cx="4343400" cy="2194560"/>
          </a:xfrm>
          <a:prstGeom prst="rect">
            <a:avLst/>
          </a:prstGeom>
          <a:solidFill>
            <a:srgbClr val="1C2128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00600" y="2468880"/>
            <a:ext cx="4343400" cy="237744"/>
          </a:xfrm>
          <a:prstGeom prst="rect">
            <a:avLst/>
          </a:prstGeom>
          <a:solidFill>
            <a:srgbClr val="F2CC60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92040" y="249631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&amp; Search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873752" y="274320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73752" y="27523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5513832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/api/services?period&amp;rg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513832" y="294436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all services ranked by cost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873752" y="306324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73752" y="30723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5513832" y="3081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/api/resource-groups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513832" y="326440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RG costs for period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873752" y="338328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73752" y="3392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5513832" y="3401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/api/resource-groups-list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513832" y="358444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all RGs (cost+ARM fallback)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873752" y="370332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73752" y="37124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5513832" y="3721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/api/cost-search?q=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513832" y="390448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search by resource name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4873752" y="402336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73752" y="40325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5513832" y="4041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/api/daily?days=30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513832" y="422452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daily cost time series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873752" y="434340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73752" y="43525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5513832" y="43616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/costs/summary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513832" y="454456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top 5 services + RGs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274320" y="4434840"/>
            <a:ext cx="4343400" cy="1234440"/>
          </a:xfrm>
          <a:prstGeom prst="rect">
            <a:avLst/>
          </a:prstGeom>
          <a:solidFill>
            <a:srgbClr val="1C2128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4434840"/>
            <a:ext cx="4343400" cy="237744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5760" y="44622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Resources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47472" y="470916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47472" y="47183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987552" y="47274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/api/live-resources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987552" y="491032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ARM inventory + pricing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347472" y="502920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F2CC60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47472" y="50383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987552" y="5047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/api/live-reload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987552" y="523036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expire live cache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347472" y="534924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47472" y="53583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987552" y="5367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/api/live-services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987552" y="555040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30-day service cost ranking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4800600" y="4754880"/>
            <a:ext cx="4343400" cy="1234440"/>
          </a:xfrm>
          <a:prstGeom prst="rect">
            <a:avLst/>
          </a:prstGeom>
          <a:solidFill>
            <a:srgbClr val="1C2128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800600" y="4754880"/>
            <a:ext cx="4343400" cy="23774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892040" y="478231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 Mutation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4873752" y="502920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873752" y="50383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5513832" y="5047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/api/resource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5513832" y="523036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delete single resource (stream)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4873752" y="534924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873752" y="53583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5513832" y="5367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/api/resource-group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5513832" y="555040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delete entire RG (stream)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4873752" y="566928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873752" y="5678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5513832" y="5687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/api/resource-groups/all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5513832" y="587044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bulk delete RGs (stream)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 —  Streaming DELETE  +  ARM Poller Pattern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D8FF"/>
                </a:solidFill>
              </a:rPr>
              <a:t>main.py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303520" cy="457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36576" cy="457200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86968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StreamingResponse + async generator = server-sent log stream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84632" y="1058875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@app.delete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("/api/resource", tags=["infrastructure"])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84632" y="1230782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api_delete_resource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(resource_id: </a:t>
            </a:r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84632" y="1402690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Validate ARM ID format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84632" y="1574597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resource_id.lower().startswith("/subscriptions/"):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84632" y="1746504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HTTPException(status_code=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84632" y="1918411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84632" y="2090318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def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log_streamer():  # async generator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84632" y="2262226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f"[INFO] Resource: {resource_id}\n"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84632" y="2434133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84632" y="2606040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Dynamic API version lookup via ARM providers endpoint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84632" y="2777947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api_version = await run_in_executor(None, _get_api_version, …)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84632" y="2949854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f"[INFO] Using API version: {api_version}\n"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84632" y="3121762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84632" y="3293669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begin_delete_by_id returns a polling object (LROPoller)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84632" y="3465576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poller = await run_in_executor(None,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84632" y="3637483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lambda: client.resources.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begin_delete_by_id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(resource_id, api_version))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84632" y="3809390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"[INFO] Delete operation accepted…\n"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84632" y="3981298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84632" y="4153205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elapsed 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84632" y="4325112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not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poller.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  # poll every 5 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84632" y="4497019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await asyncio.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(5)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84632" y="4668926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elapsed +=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84632" y="4840834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f"[{elapsed:&gt;4}s] status: {poller.status()}\n"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484632" y="5012741"/>
            <a:ext cx="50657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f"\n✅ Deleted ({elapsed}s total)\n"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852160" y="777240"/>
            <a:ext cx="2971800" cy="33375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2160" y="777240"/>
            <a:ext cx="2971800" cy="25603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61888" y="81381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Why Streaming?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1097280"/>
            <a:ext cx="2788920" cy="2953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deletes are long-running operations (LRO) — can take 30s–5 min for large resources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StreamingResponse yields text/plain chunks immediately; browser shows live progress without timeout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generator (yield) keeps the event loop free between each 5-second poll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run_in_executor wraps the synchronous poller.done() / client.begin_delete_by_id() calls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_get_api_version queries ARM providers endpoint for the correct stable API version dynamically — avoids hard-coding per resource type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52160" y="4251960"/>
            <a:ext cx="2971800" cy="14630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52160" y="4251960"/>
            <a:ext cx="2971800" cy="25603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61888" y="428853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DELETE flavours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0" y="4572000"/>
            <a:ext cx="2788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/api/resource — single ARM resource by full resource ID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/api/resource-group — deletes entire RG (all child resources)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/api/resource-groups/all — bulk sequential deletion with per-RG succeeded/failed counters</a:t>
            </a:r>
            <a:endParaRPr lang="en-US" sz="9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return StreamingResponse — client reads the text stream for real-time progress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 Cheat Sheet  —  Day-to-Day Commands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2011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237744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45720" cy="2011680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04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Dev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078992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file (not committed)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1257300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STORAGE_ACCOUNT_NAME=azurepennyprodsa…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384048" y="1435608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AZURE_CLIENT_ID=&lt;identity-client-id&gt;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384048" y="1613916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AZURE_SUBSCRIPTION_ID=&lt;sub-id&gt;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84048" y="1792224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Then: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970532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84048" y="2148840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main:app --reload --port 8000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172968" y="777240"/>
            <a:ext cx="2743200" cy="2011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2968" y="777240"/>
            <a:ext cx="2743200" cy="23774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72968" y="777240"/>
            <a:ext cx="45720" cy="201168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804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+ Push Image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82696" y="1078992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ACR=$(terraform output -raw acr_login_server)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282696" y="1257300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acr build -r $ACR \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282696" y="1435608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-t azure-penny:$(git rev-parse --short HEAD) 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282696" y="1613916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 Terraform var: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82696" y="1792224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\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3282696" y="1970532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-var "container_image=$ACR/azure-penny:&lt;sha&gt;"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071616" y="777240"/>
            <a:ext cx="2743200" cy="2011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71616" y="777240"/>
            <a:ext cx="2743200" cy="237744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71616" y="777240"/>
            <a:ext cx="45720" cy="201168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804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Endpoints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81344" y="1078992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what blobs were loaded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181344" y="1257300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localhost:8000/api/debug | jq 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181344" y="1435608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6181344" y="1613916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Force cache reload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181344" y="1792224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localhost:8000/api/reload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6181344" y="1970532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181344" y="2148840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Spot price lookup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181344" y="2327148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'localhost:8000/api/spot-price-debug?vm_size=Standard_D2s_v3&amp;region=eastus'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274320" y="2953512"/>
            <a:ext cx="2743200" cy="2011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2953512"/>
            <a:ext cx="2743200" cy="23774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953512"/>
            <a:ext cx="45720" cy="201168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29809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curl Calls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4048" y="3255264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localhost:8000/api/status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384048" y="3433572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localhost:8000/api/compute?period=week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384048" y="3611880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localhost:8000/api/storage/breakdown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384048" y="3790188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localhost:8000/costs/summary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384048" y="3968496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'localhost:8000/api/daily?days=14'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384048" y="4146804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'localhost:8000/api/cost-search?q=prod-rg'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3172968" y="2953512"/>
            <a:ext cx="2743200" cy="2011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72968" y="2953512"/>
            <a:ext cx="2743200" cy="23774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72968" y="2953512"/>
            <a:ext cx="45720" cy="201168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82696" y="29809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Resource (stream)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82696" y="3255264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resource (streaming progress)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282696" y="3433572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DELETE \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3282696" y="3611880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'localhost:8000/api/resource?resource_id=\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3282696" y="3790188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/subscriptions/&lt;sub&gt;/resourceGroups/…'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3282696" y="3968496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3282696" y="4146804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 entire RG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282696" y="4325112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DELETE \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3282696" y="4503420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'localhost:8000/api/resource-group?resource_group_name=my-rg'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6071616" y="2953512"/>
            <a:ext cx="2743200" cy="2011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71616" y="2953512"/>
            <a:ext cx="2743200" cy="23774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71616" y="2953512"/>
            <a:ext cx="45720" cy="20116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81344" y="29809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 (Container Apps)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181344" y="3255264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Live log stream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181344" y="3433572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containerapp logs show \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6181344" y="3611880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-n azure-penny-prod \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6181344" y="3790188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-g azure-penny-prod-rg --follow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6181344" y="3968496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6181344" y="4146804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via Log Analytics (KQL):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181344" y="4325112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ContainerAppConsoleLogs_CL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6181344" y="4503420"/>
            <a:ext cx="25603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RevisionName_s contains 'penny'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azure-penny — Python Deep Dive</dc:title>
  <dc:subject>PptxGenJS Presentation</dc:subject>
  <dc:creator>PptxGenJS</dc:creator>
  <cp:lastModifiedBy>PptxGenJS</cp:lastModifiedBy>
  <cp:revision>1</cp:revision>
  <dcterms:created xsi:type="dcterms:W3CDTF">2026-04-27T09:47:22Z</dcterms:created>
  <dcterms:modified xsi:type="dcterms:W3CDTF">2026-04-27T09:47:22Z</dcterms:modified>
</cp:coreProperties>
</file>