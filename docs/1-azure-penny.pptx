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378082i5e1abe85b5d3aa37" ContentType="image/378082i5e1abe85b5d3aa37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378082i5e1abe85b5d3aa37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0078D4">
              <a:alpha val="12000"/>
            </a:srgbClr>
          </a:solidFill>
          <a:ln w="19050">
            <a:solidFill>
              <a:srgbClr val="0078D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50E6FF">
              <a:alpha val="7000"/>
            </a:srgbClr>
          </a:solidFill>
          <a:ln w="12700">
            <a:solidFill>
              <a:srgbClr val="50E6F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20116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0E6FF"/>
                </a:solidFill>
              </a:rPr>
              <a:t>AZURE COST INTELLIGENCE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azure-penny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BFD9"/>
                </a:solidFill>
              </a:rPr>
              <a:t>A self-hosted Azure Cost Management dashboard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BFD9"/>
                </a:solidFill>
              </a:rPr>
              <a:t>that turns billing exports into actionable insights.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49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374904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005A9E"/>
          </a:solidFill>
          <a:ln w="12700">
            <a:solidFill>
              <a:srgbClr val="005A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Container Apps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37560" y="3749040"/>
            <a:ext cx="1005840" cy="256032"/>
          </a:xfrm>
          <a:prstGeom prst="roundRect">
            <a:avLst>
              <a:gd name="adj" fmla="val 35714"/>
            </a:avLst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749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Terraform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3749040"/>
            <a:ext cx="1097280" cy="256032"/>
          </a:xfrm>
          <a:prstGeom prst="roundRect">
            <a:avLst>
              <a:gd name="adj" fmla="val 35714"/>
            </a:avLst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Zero Secrets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BFD9"/>
                </a:solidFill>
              </a:rPr>
              <a:t>Reads Azure Cost Management exports  ·  No secrets  ·  Scales to zero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031D2F"/>
          </a:solidFill>
          <a:ln w="12700">
            <a:solidFill>
              <a:srgbClr val="031D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azure-penny?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2103120"/>
            <a:ext cx="164592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BFD9"/>
                </a:solidFill>
              </a:rPr>
              <a:t>A lightweight, self-hosted web app that connects directly to your Azure subscription — no third-party SaaS, no extra billing.</a:t>
            </a:r>
            <a:endParaRPr lang="en-US" sz="1300" dirty="0"/>
          </a:p>
        </p:txBody>
      </p:sp>
      <p:pic>
        <p:nvPicPr>
          <p:cNvPr id="6" name="Image 0" descr="https://learn.microsoft.com/en-us/azure/cost-management-billing/costs/media/quick-acm-cost-analysis/cost-analysis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457200"/>
            <a:ext cx="4572000" cy="2834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51960" y="3493008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70248" y="35021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17720" y="3493008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1D2F"/>
                </a:solidFill>
              </a:rPr>
              <a:t>Reads daily Cost Management Parquet/CSV exports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3895344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70248" y="39044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📊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17720" y="389534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1D2F"/>
                </a:solidFill>
              </a:rPr>
              <a:t>Aggregates spend by service, resource group &amp; category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51960" y="4297680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0248" y="43068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🔍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17720" y="429768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1D2F"/>
                </a:solidFill>
              </a:rPr>
              <a:t>Live resource inventory with pricing lookups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4700016"/>
            <a:ext cx="256032" cy="25603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70248" y="4709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🔔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17720" y="470001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31D2F"/>
                </a:solidFill>
              </a:rPr>
              <a:t>Budget alerts at 20 / 40 / 60 / 80 / 100 % thresholds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2286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828800" cy="749808"/>
          </a:xfrm>
          <a:prstGeom prst="rect">
            <a:avLst/>
          </a:prstGeom>
          <a:solidFill>
            <a:srgbClr val="062B4A"/>
          </a:solidFill>
          <a:ln w="15240">
            <a:solidFill>
              <a:srgbClr val="50E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Azure Subscription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80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9"/>
                </a:solidFill>
              </a:rPr>
              <a:t>Monthly billing 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1828800" cy="749808"/>
          </a:xfrm>
          <a:prstGeom prst="rect">
            <a:avLst/>
          </a:prstGeom>
          <a:solidFill>
            <a:srgbClr val="062B4A"/>
          </a:solidFill>
          <a:ln w="15240">
            <a:solidFill>
              <a:srgbClr val="50E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Mgmt Export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380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9"/>
                </a:solidFill>
              </a:rPr>
              <a:t>Daily • CSV/Parquet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83480" y="960120"/>
            <a:ext cx="1828800" cy="749808"/>
          </a:xfrm>
          <a:prstGeom prst="rect">
            <a:avLst/>
          </a:prstGeom>
          <a:solidFill>
            <a:srgbClr val="062B4A"/>
          </a:solidFill>
          <a:ln w="15240">
            <a:solidFill>
              <a:srgbClr val="50E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051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Blob Storage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380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9"/>
                </a:solidFill>
              </a:rPr>
              <a:t>cost-exports container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1335024"/>
            <a:ext cx="502920" cy="0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1851660" y="11704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FD9"/>
                </a:solidFill>
              </a:rPr>
              <a:t>exports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1335024"/>
            <a:ext cx="502920" cy="0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16" name="Text 14"/>
          <p:cNvSpPr/>
          <p:nvPr/>
        </p:nvSpPr>
        <p:spPr>
          <a:xfrm>
            <a:off x="4183380" y="11704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FD9"/>
                </a:solidFill>
              </a:rPr>
              <a:t>writes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51760" y="2194560"/>
            <a:ext cx="1828800" cy="749808"/>
          </a:xfrm>
          <a:prstGeom prst="rect">
            <a:avLst/>
          </a:prstGeom>
          <a:solidFill>
            <a:srgbClr val="0078D4"/>
          </a:solidFill>
          <a:ln w="15240">
            <a:solidFill>
              <a:srgbClr val="50E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2286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 App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9"/>
                </a:solidFill>
              </a:rPr>
              <a:t>FastAPI  · uvicorn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83480" y="2194560"/>
            <a:ext cx="1828800" cy="749808"/>
          </a:xfrm>
          <a:prstGeom prst="rect">
            <a:avLst/>
          </a:prstGeom>
          <a:solidFill>
            <a:srgbClr val="062B4A"/>
          </a:solidFill>
          <a:ln w="15240">
            <a:solidFill>
              <a:srgbClr val="50E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2286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9"/>
                </a:solidFill>
              </a:rPr>
              <a:t>Docker image registry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194560"/>
            <a:ext cx="1828800" cy="749808"/>
          </a:xfrm>
          <a:prstGeom prst="rect">
            <a:avLst/>
          </a:prstGeom>
          <a:solidFill>
            <a:srgbClr val="107C10"/>
          </a:solidFill>
          <a:ln w="15240">
            <a:solidFill>
              <a:srgbClr val="50E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2286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Managed Identity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BFD9"/>
                </a:solidFill>
              </a:rPr>
              <a:t>DefaultAzureCredential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7880" y="1709928"/>
            <a:ext cx="0" cy="484632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5897880" y="1709928"/>
            <a:ext cx="0" cy="484632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28" name="Text 26"/>
          <p:cNvSpPr/>
          <p:nvPr/>
        </p:nvSpPr>
        <p:spPr>
          <a:xfrm>
            <a:off x="5943600" y="181965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FD9"/>
                </a:solidFill>
              </a:rPr>
              <a:t>reads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80560" y="2569464"/>
            <a:ext cx="502920" cy="0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30" name="Shape 28"/>
          <p:cNvSpPr/>
          <p:nvPr/>
        </p:nvSpPr>
        <p:spPr>
          <a:xfrm>
            <a:off x="4983480" y="2569464"/>
            <a:ext cx="-502920" cy="0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31" name="Text 29"/>
          <p:cNvSpPr/>
          <p:nvPr/>
        </p:nvSpPr>
        <p:spPr>
          <a:xfrm>
            <a:off x="4183380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FD9"/>
                </a:solidFill>
              </a:rPr>
              <a:t>pulls image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48840" y="2569464"/>
            <a:ext cx="502920" cy="0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33" name="Text 31"/>
          <p:cNvSpPr/>
          <p:nvPr/>
        </p:nvSpPr>
        <p:spPr>
          <a:xfrm>
            <a:off x="1851660" y="2404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BFD9"/>
                </a:solidFill>
              </a:rPr>
              <a:t>authenticates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3429000"/>
            <a:ext cx="2560320" cy="594360"/>
          </a:xfrm>
          <a:prstGeom prst="rect">
            <a:avLst/>
          </a:prstGeom>
          <a:solidFill>
            <a:srgbClr val="0050A0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538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View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3429000"/>
            <a:ext cx="2560320" cy="594360"/>
          </a:xfrm>
          <a:prstGeom prst="rect">
            <a:avLst/>
          </a:prstGeom>
          <a:solidFill>
            <a:srgbClr val="005A9E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538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Technician View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3429000"/>
            <a:ext cx="2560320" cy="594360"/>
          </a:xfrm>
          <a:prstGeom prst="rect">
            <a:avLst/>
          </a:prstGeom>
          <a:solidFill>
            <a:srgbClr val="0078D4"/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538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Resources View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0" y="3593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BFD9"/>
                </a:solidFill>
              </a:rPr>
              <a:t>Rendered Views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66160" y="2944368"/>
            <a:ext cx="0" cy="484632"/>
          </a:xfrm>
          <a:prstGeom prst="line">
            <a:avLst/>
          </a:prstGeom>
          <a:noFill/>
          <a:ln w="19050">
            <a:solidFill>
              <a:srgbClr val="50E6FF"/>
            </a:solidFill>
            <a:prstDash val="sysDash"/>
          </a:ln>
        </p:spPr>
      </p:sp>
      <p:sp>
        <p:nvSpPr>
          <p:cNvPr id="42" name="Text 40"/>
          <p:cNvSpPr/>
          <p:nvPr/>
        </p:nvSpPr>
        <p:spPr>
          <a:xfrm>
            <a:off x="3611880" y="29809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BFD9"/>
                </a:solidFill>
              </a:rPr>
              <a:t>serves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FD9"/>
                </a:solidFill>
              </a:rPr>
              <a:t>📦  Entire stack managed by Terraform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31D2F"/>
          </a:solidFill>
          <a:ln w="12700">
            <a:solidFill>
              <a:srgbClr val="031D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Data Flows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0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125272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1D2F"/>
                </a:solidFill>
              </a:rPr>
              <a:t>Daily Export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Azure Cost Management writes Parquet/CSV files to a Blob Storage container (cost-exports) every day at midnight.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0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34440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67912" y="125272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1D2F"/>
                </a:solidFill>
              </a:rPr>
              <a:t>Blob Scan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6916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On first request (or after TTL expires), the FastAPI app lists and downloads all Parquet blobs from Storage via a managed-identity token.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0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234440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93992" y="125272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1D2F"/>
                </a:solidFill>
              </a:rPr>
              <a:t>Pandas Aggregation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6916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Files are merged into a single DataFrame, normalised, and cached in-memory (default 1 hr TTL) for fast subsequent reads.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0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" y="308152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1D2F"/>
                </a:solidFill>
              </a:rPr>
              <a:t>REST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Endpoints expose costs sliced by service, resource group, or category (Compute / Storage / Network / Database) for any time period.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E0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063240"/>
            <a:ext cx="384048" cy="38404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67912" y="308152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1D2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5204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74151"/>
                </a:solidFill>
              </a:rPr>
              <a:t>Jinja2 templates render three role-specific views — Manager, Technician, and Live Resources — consuming the REST API.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71800" y="1874520"/>
            <a:ext cx="2743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1874520"/>
            <a:ext cx="2743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de.msdn.microsoft.com/site/view/file/154561/1/image001.jp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31D2F">
              <a:alpha val="70000"/>
            </a:srgbClr>
          </a:solidFill>
          <a:ln w="12700">
            <a:solidFill>
              <a:srgbClr val="031D2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5486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E6FF"/>
                </a:solidFill>
              </a:rPr>
              <a:t>Zero secrets. Zero passwords.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343400" y="502920"/>
            <a:ext cx="4572000" cy="914400"/>
          </a:xfrm>
          <a:prstGeom prst="rect">
            <a:avLst/>
          </a:prstGeom>
          <a:solidFill>
            <a:srgbClr val="062B4A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43400" y="502920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44568" y="576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User-Assigned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Managed Identity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44568" y="960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BFD9"/>
                </a:solidFill>
              </a:rPr>
              <a:t>DefaultAzureCredential resolves automatically — no keys in code or env vars.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4572000" cy="914400"/>
          </a:xfrm>
          <a:prstGeom prst="rect">
            <a:avLst/>
          </a:prstGeom>
          <a:solidFill>
            <a:srgbClr val="062B4A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1600200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16733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 Blob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Reader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44568" y="205740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BFD9"/>
                </a:solidFill>
              </a:rPr>
              <a:t>Scoped to the Storage Account. App can read exports but cannot write or delete.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43400" y="2697480"/>
            <a:ext cx="4572000" cy="914400"/>
          </a:xfrm>
          <a:prstGeom prst="rect">
            <a:avLst/>
          </a:prstGeom>
          <a:solidFill>
            <a:srgbClr val="062B4A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3400" y="2697480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44568" y="2770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Contributor Role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(Subscription)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44568" y="3154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BFD9"/>
                </a:solidFill>
              </a:rPr>
              <a:t>Required only for the optional resource-delete feature in the Live view.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343400" y="3794760"/>
            <a:ext cx="4572000" cy="914400"/>
          </a:xfrm>
          <a:prstGeom prst="rect">
            <a:avLst/>
          </a:prstGeom>
          <a:solidFill>
            <a:srgbClr val="062B4A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3400" y="3794760"/>
            <a:ext cx="64008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44568" y="38679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ACR Pull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44568" y="4251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BFD9"/>
                </a:solidFill>
              </a:rPr>
              <a:t>Container image pulled without admin credentials. Role-scoped to the registry.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 as Code  —  Terraform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main.tf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Provider config, backend (Azure blob state), resource provider registration.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78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resource_group.tf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3533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Single resource group for all azure-penny resources.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6596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39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storage.tf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313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Blob Storage account (LRS, versioning, soft-delete) + cost-exports container.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6596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0391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acr.tf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3134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Azure Container Registry (Standard SKU) + AcrPull role assignment.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2608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992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container_app.tf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273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Container App Environment, Log Analytics, Container App (0–1 replicas, HTTP scale rule).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92608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992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identity.tf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273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User-Assigned Managed Identity + Storage Blob Reader + Contributor roles.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8862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88620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cost_export.tf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2336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Daily ActualCost export → Blob Storage, runs forever from today.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8862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5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886200"/>
            <a:ext cx="64008" cy="80467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42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budget_alert.tf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2336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Monitor Action Group + budget alerts at every 20 % increment up to cap.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chcommunity.microsoft.com/t5/image/serverpage/image-id/378082i5E1ABE85B5D3AA37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31D2F">
              <a:alpha val="75000"/>
            </a:srgbClr>
          </a:solidFill>
          <a:ln w="12700">
            <a:solidFill>
              <a:srgbClr val="031D2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777240"/>
            <a:ext cx="2011680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3840480" cy="521208"/>
          </a:xfrm>
          <a:prstGeom prst="rect">
            <a:avLst/>
          </a:prstGeom>
          <a:solidFill>
            <a:srgbClr val="082040"/>
          </a:solidFill>
          <a:ln w="12700">
            <a:solidFill>
              <a:srgbClr val="1A4B7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051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E6FF"/>
                </a:solidFill>
              </a:rPr>
              <a:t>Container App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2527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FD9"/>
                </a:solidFill>
              </a:rPr>
              <a:t>Serverless, scales 0 → 1 on HTTP traffic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3840480" cy="521208"/>
          </a:xfrm>
          <a:prstGeom prst="rect">
            <a:avLst/>
          </a:prstGeom>
          <a:solidFill>
            <a:srgbClr val="082040"/>
          </a:solidFill>
          <a:ln w="12700">
            <a:solidFill>
              <a:srgbClr val="1A4B7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6916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E6FF"/>
                </a:solidFill>
              </a:rPr>
              <a:t>Scale Rule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18928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FD9"/>
                </a:solidFill>
              </a:rPr>
              <a:t>HTTP: max 10 concurrent requests → 1 replica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3840480" cy="521208"/>
          </a:xfrm>
          <a:prstGeom prst="rect">
            <a:avLst/>
          </a:prstGeom>
          <a:solidFill>
            <a:srgbClr val="082040"/>
          </a:solidFill>
          <a:ln w="12700">
            <a:solidFill>
              <a:srgbClr val="1A4B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3317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E6FF"/>
                </a:solidFill>
              </a:rPr>
              <a:t>CPU / 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5328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FD9"/>
                </a:solidFill>
              </a:rPr>
              <a:t>0.5 vCPU · 1 GiB memory per container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926080"/>
            <a:ext cx="3840480" cy="521208"/>
          </a:xfrm>
          <a:prstGeom prst="rect">
            <a:avLst/>
          </a:prstGeom>
          <a:solidFill>
            <a:srgbClr val="082040"/>
          </a:solidFill>
          <a:ln w="12700">
            <a:solidFill>
              <a:srgbClr val="1A4B7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971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E6FF"/>
                </a:solidFill>
              </a:rPr>
              <a:t>Image Registry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172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FD9"/>
                </a:solidFill>
              </a:rPr>
              <a:t>Azure Container Registry (Standard, no admin)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3566160"/>
            <a:ext cx="3840480" cy="521208"/>
          </a:xfrm>
          <a:prstGeom prst="rect">
            <a:avLst/>
          </a:prstGeom>
          <a:solidFill>
            <a:srgbClr val="082040"/>
          </a:solidFill>
          <a:ln w="12700">
            <a:solidFill>
              <a:srgbClr val="1A4B7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611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E6FF"/>
                </a:solidFill>
              </a:rPr>
              <a:t>Port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40080" y="38130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FD9"/>
                </a:solidFill>
              </a:rPr>
              <a:t>8000 (uvicorn) · External ingress enabled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4206240"/>
            <a:ext cx="3840480" cy="521208"/>
          </a:xfrm>
          <a:prstGeom prst="rect">
            <a:avLst/>
          </a:prstGeom>
          <a:solidFill>
            <a:srgbClr val="082040"/>
          </a:solidFill>
          <a:ln w="12700">
            <a:solidFill>
              <a:srgbClr val="1A4B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251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E6FF"/>
                </a:solidFill>
              </a:rPr>
              <a:t>Cache TTL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44531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BFD9"/>
                </a:solidFill>
              </a:rPr>
              <a:t>Cost data: 1 hr · Live resources: 15 min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78D4">
              <a:alpha val="10000"/>
            </a:srgbClr>
          </a:solidFill>
          <a:ln w="6350">
            <a:solidFill>
              <a:srgbClr val="0078D4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50E6FF">
              <a:alpha val="8000"/>
            </a:srgbClr>
          </a:solidFill>
          <a:ln w="6350">
            <a:solidFill>
              <a:srgbClr val="50E6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azure-penny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0E6FF"/>
                </a:solidFill>
              </a:rPr>
              <a:t>Self-hosted · Serverless · Zero Secrets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468880"/>
            <a:ext cx="2560320" cy="2011680"/>
          </a:xfrm>
          <a:prstGeom prst="rect">
            <a:avLst/>
          </a:prstGeom>
          <a:solidFill>
            <a:srgbClr val="082040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Visibility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BFD9"/>
                </a:solidFill>
              </a:rPr>
              <a:t>Daily exports parsed and aggregated for any service, RG, or time period.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560320" cy="2011680"/>
          </a:xfrm>
          <a:prstGeom prst="rect">
            <a:avLst/>
          </a:prstGeom>
          <a:solidFill>
            <a:srgbClr val="082040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Secure by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BFD9"/>
                </a:solidFill>
              </a:rPr>
              <a:t>Managed identity only. No passwords, no connection strings, no secrets.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468880"/>
            <a:ext cx="2560320" cy="2011680"/>
          </a:xfrm>
          <a:prstGeom prst="rect">
            <a:avLst/>
          </a:prstGeom>
          <a:solidFill>
            <a:srgbClr val="082040"/>
          </a:solidFill>
          <a:ln w="1524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Azure-Native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BFD9"/>
                </a:solidFill>
              </a:rPr>
              <a:t>Container Apps, Blob Storage, ACR, Budget Alerts — all IaC via Terraform.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azure-penny</dc:title>
  <dc:subject>PptxGenJS Presentation</dc:subject>
  <dc:creator>azure-penny</dc:creator>
  <cp:lastModifiedBy>azure-penny</cp:lastModifiedBy>
  <cp:revision>1</cp:revision>
  <dcterms:created xsi:type="dcterms:W3CDTF">2026-04-27T09:15:54Z</dcterms:created>
  <dcterms:modified xsi:type="dcterms:W3CDTF">2026-04-27T09:15:54Z</dcterms:modified>
</cp:coreProperties>
</file>